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35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69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114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62ECD-CDD2-4D6F-AEA1-B252D1D05B6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7D31C-FC12-479B-BF7C-89B2A956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998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32F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3D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32F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33D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32F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8891" y="3606827"/>
            <a:ext cx="613503" cy="7874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6780" y="3575327"/>
            <a:ext cx="629234" cy="81899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4672" y="3764327"/>
            <a:ext cx="660696" cy="6457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81214" y="3764327"/>
            <a:ext cx="629234" cy="62999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36296" y="3575327"/>
            <a:ext cx="597773" cy="81899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85757" y="3606827"/>
            <a:ext cx="1400047" cy="80324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380190" y="3764327"/>
            <a:ext cx="629234" cy="64574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78843" y="7323817"/>
            <a:ext cx="8762097" cy="503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32F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8121" y="1685336"/>
            <a:ext cx="204501" cy="8977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36150" y="1735633"/>
            <a:ext cx="13431798" cy="9423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32F5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6629" y="5620358"/>
            <a:ext cx="8588375" cy="2513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3D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6924" y="23139"/>
            <a:ext cx="3119438" cy="9095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9" y="2083"/>
            <a:ext cx="2515855" cy="146159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jpg"/><Relationship Id="rId18" Type="http://schemas.openxmlformats.org/officeDocument/2006/relationships/image" Target="../media/image28.png"/><Relationship Id="rId26" Type="http://schemas.openxmlformats.org/officeDocument/2006/relationships/image" Target="../media/image36.jpg"/><Relationship Id="rId3" Type="http://schemas.openxmlformats.org/officeDocument/2006/relationships/image" Target="../media/image13.png"/><Relationship Id="rId21" Type="http://schemas.openxmlformats.org/officeDocument/2006/relationships/image" Target="../media/image31.jpg"/><Relationship Id="rId34" Type="http://schemas.openxmlformats.org/officeDocument/2006/relationships/image" Target="../media/image44.jpg"/><Relationship Id="rId7" Type="http://schemas.openxmlformats.org/officeDocument/2006/relationships/image" Target="../media/image17.jpg"/><Relationship Id="rId12" Type="http://schemas.openxmlformats.org/officeDocument/2006/relationships/image" Target="../media/image22.png"/><Relationship Id="rId17" Type="http://schemas.openxmlformats.org/officeDocument/2006/relationships/image" Target="../media/image27.jpg"/><Relationship Id="rId25" Type="http://schemas.openxmlformats.org/officeDocument/2006/relationships/image" Target="../media/image35.png"/><Relationship Id="rId33" Type="http://schemas.openxmlformats.org/officeDocument/2006/relationships/image" Target="../media/image43.jpg"/><Relationship Id="rId2" Type="http://schemas.openxmlformats.org/officeDocument/2006/relationships/image" Target="../media/image12.jpg"/><Relationship Id="rId16" Type="http://schemas.openxmlformats.org/officeDocument/2006/relationships/image" Target="../media/image26.jpg"/><Relationship Id="rId20" Type="http://schemas.openxmlformats.org/officeDocument/2006/relationships/image" Target="../media/image30.jpg"/><Relationship Id="rId29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5" Type="http://schemas.openxmlformats.org/officeDocument/2006/relationships/image" Target="../media/image15.jpg"/><Relationship Id="rId15" Type="http://schemas.openxmlformats.org/officeDocument/2006/relationships/image" Target="../media/image25.jpg"/><Relationship Id="rId23" Type="http://schemas.openxmlformats.org/officeDocument/2006/relationships/image" Target="../media/image33.png"/><Relationship Id="rId28" Type="http://schemas.openxmlformats.org/officeDocument/2006/relationships/image" Target="../media/image38.jpg"/><Relationship Id="rId36" Type="http://schemas.openxmlformats.org/officeDocument/2006/relationships/image" Target="../media/image45.jpg"/><Relationship Id="rId10" Type="http://schemas.openxmlformats.org/officeDocument/2006/relationships/image" Target="../media/image20.jpg"/><Relationship Id="rId19" Type="http://schemas.openxmlformats.org/officeDocument/2006/relationships/image" Target="../media/image29.jpg"/><Relationship Id="rId31" Type="http://schemas.openxmlformats.org/officeDocument/2006/relationships/image" Target="../media/image41.jpg"/><Relationship Id="rId4" Type="http://schemas.openxmlformats.org/officeDocument/2006/relationships/image" Target="../media/image14.png"/><Relationship Id="rId9" Type="http://schemas.openxmlformats.org/officeDocument/2006/relationships/image" Target="../media/image19.jpg"/><Relationship Id="rId14" Type="http://schemas.openxmlformats.org/officeDocument/2006/relationships/image" Target="../media/image24.jpg"/><Relationship Id="rId22" Type="http://schemas.openxmlformats.org/officeDocument/2006/relationships/image" Target="../media/image32.jpg"/><Relationship Id="rId27" Type="http://schemas.openxmlformats.org/officeDocument/2006/relationships/image" Target="../media/image37.jpg"/><Relationship Id="rId30" Type="http://schemas.openxmlformats.org/officeDocument/2006/relationships/image" Target="../media/image40.jpg"/><Relationship Id="rId35" Type="http://schemas.openxmlformats.org/officeDocument/2006/relationships/image" Target="../media/image2.png"/><Relationship Id="rId8" Type="http://schemas.openxmlformats.org/officeDocument/2006/relationships/image" Target="../media/image1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13" Type="http://schemas.openxmlformats.org/officeDocument/2006/relationships/image" Target="../media/image57.png"/><Relationship Id="rId3" Type="http://schemas.openxmlformats.org/officeDocument/2006/relationships/image" Target="../media/image47.jpg"/><Relationship Id="rId7" Type="http://schemas.openxmlformats.org/officeDocument/2006/relationships/image" Target="../media/image51.jpg"/><Relationship Id="rId12" Type="http://schemas.openxmlformats.org/officeDocument/2006/relationships/image" Target="../media/image56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jpg"/><Relationship Id="rId11" Type="http://schemas.openxmlformats.org/officeDocument/2006/relationships/image" Target="../media/image55.png"/><Relationship Id="rId5" Type="http://schemas.openxmlformats.org/officeDocument/2006/relationships/image" Target="../media/image49.jpg"/><Relationship Id="rId10" Type="http://schemas.openxmlformats.org/officeDocument/2006/relationships/image" Target="../media/image54.jpg"/><Relationship Id="rId4" Type="http://schemas.openxmlformats.org/officeDocument/2006/relationships/image" Target="../media/image48.jpg"/><Relationship Id="rId9" Type="http://schemas.openxmlformats.org/officeDocument/2006/relationships/image" Target="../media/image5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jpg"/><Relationship Id="rId7" Type="http://schemas.openxmlformats.org/officeDocument/2006/relationships/image" Target="../media/image63.jpg"/><Relationship Id="rId12" Type="http://schemas.openxmlformats.org/officeDocument/2006/relationships/image" Target="../media/image68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jpg"/><Relationship Id="rId11" Type="http://schemas.openxmlformats.org/officeDocument/2006/relationships/image" Target="../media/image67.jpg"/><Relationship Id="rId5" Type="http://schemas.openxmlformats.org/officeDocument/2006/relationships/image" Target="../media/image61.jpg"/><Relationship Id="rId10" Type="http://schemas.openxmlformats.org/officeDocument/2006/relationships/image" Target="../media/image66.jpg"/><Relationship Id="rId4" Type="http://schemas.openxmlformats.org/officeDocument/2006/relationships/image" Target="../media/image60.jpg"/><Relationship Id="rId9" Type="http://schemas.openxmlformats.org/officeDocument/2006/relationships/image" Target="../media/image6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g"/><Relationship Id="rId13" Type="http://schemas.openxmlformats.org/officeDocument/2006/relationships/image" Target="../media/image80.jpg"/><Relationship Id="rId18" Type="http://schemas.openxmlformats.org/officeDocument/2006/relationships/image" Target="../media/image85.jpg"/><Relationship Id="rId3" Type="http://schemas.openxmlformats.org/officeDocument/2006/relationships/image" Target="../media/image70.jpg"/><Relationship Id="rId7" Type="http://schemas.openxmlformats.org/officeDocument/2006/relationships/image" Target="../media/image74.jpg"/><Relationship Id="rId12" Type="http://schemas.openxmlformats.org/officeDocument/2006/relationships/image" Target="../media/image79.jpg"/><Relationship Id="rId17" Type="http://schemas.openxmlformats.org/officeDocument/2006/relationships/image" Target="../media/image84.jpg"/><Relationship Id="rId2" Type="http://schemas.openxmlformats.org/officeDocument/2006/relationships/image" Target="../media/image69.jpg"/><Relationship Id="rId16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jpg"/><Relationship Id="rId11" Type="http://schemas.openxmlformats.org/officeDocument/2006/relationships/image" Target="../media/image78.jpg"/><Relationship Id="rId5" Type="http://schemas.openxmlformats.org/officeDocument/2006/relationships/image" Target="../media/image72.jpg"/><Relationship Id="rId15" Type="http://schemas.openxmlformats.org/officeDocument/2006/relationships/image" Target="../media/image82.jpg"/><Relationship Id="rId10" Type="http://schemas.openxmlformats.org/officeDocument/2006/relationships/image" Target="../media/image77.jpg"/><Relationship Id="rId4" Type="http://schemas.openxmlformats.org/officeDocument/2006/relationships/image" Target="../media/image71.jpg"/><Relationship Id="rId9" Type="http://schemas.openxmlformats.org/officeDocument/2006/relationships/image" Target="../media/image76.jpg"/><Relationship Id="rId14" Type="http://schemas.openxmlformats.org/officeDocument/2006/relationships/image" Target="../media/image8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g"/><Relationship Id="rId3" Type="http://schemas.openxmlformats.org/officeDocument/2006/relationships/image" Target="../media/image87.jpg"/><Relationship Id="rId7" Type="http://schemas.openxmlformats.org/officeDocument/2006/relationships/image" Target="../media/image91.jpg"/><Relationship Id="rId12" Type="http://schemas.openxmlformats.org/officeDocument/2006/relationships/image" Target="../media/image96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0.jpg"/><Relationship Id="rId11" Type="http://schemas.openxmlformats.org/officeDocument/2006/relationships/image" Target="../media/image95.jpg"/><Relationship Id="rId5" Type="http://schemas.openxmlformats.org/officeDocument/2006/relationships/image" Target="../media/image89.jpg"/><Relationship Id="rId10" Type="http://schemas.openxmlformats.org/officeDocument/2006/relationships/image" Target="../media/image94.jpg"/><Relationship Id="rId4" Type="http://schemas.openxmlformats.org/officeDocument/2006/relationships/image" Target="../media/image88.jpg"/><Relationship Id="rId9" Type="http://schemas.openxmlformats.org/officeDocument/2006/relationships/image" Target="../media/image9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98.jp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jpg"/><Relationship Id="rId5" Type="http://schemas.openxmlformats.org/officeDocument/2006/relationships/image" Target="../media/image100.jpg"/><Relationship Id="rId10" Type="http://schemas.openxmlformats.org/officeDocument/2006/relationships/image" Target="../media/image105.jpg"/><Relationship Id="rId4" Type="http://schemas.openxmlformats.org/officeDocument/2006/relationships/image" Target="../media/image99.jpg"/><Relationship Id="rId9" Type="http://schemas.openxmlformats.org/officeDocument/2006/relationships/image" Target="../media/image10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jpg"/><Relationship Id="rId13" Type="http://schemas.openxmlformats.org/officeDocument/2006/relationships/image" Target="../media/image116.jpg"/><Relationship Id="rId3" Type="http://schemas.openxmlformats.org/officeDocument/2006/relationships/image" Target="../media/image106.jpg"/><Relationship Id="rId7" Type="http://schemas.openxmlformats.org/officeDocument/2006/relationships/image" Target="../media/image110.jpg"/><Relationship Id="rId12" Type="http://schemas.openxmlformats.org/officeDocument/2006/relationships/image" Target="../media/image115.jp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9.jpg"/><Relationship Id="rId11" Type="http://schemas.openxmlformats.org/officeDocument/2006/relationships/image" Target="../media/image114.jpg"/><Relationship Id="rId5" Type="http://schemas.openxmlformats.org/officeDocument/2006/relationships/image" Target="../media/image108.jpg"/><Relationship Id="rId15" Type="http://schemas.openxmlformats.org/officeDocument/2006/relationships/image" Target="../media/image118.jpg"/><Relationship Id="rId10" Type="http://schemas.openxmlformats.org/officeDocument/2006/relationships/image" Target="../media/image113.jpg"/><Relationship Id="rId4" Type="http://schemas.openxmlformats.org/officeDocument/2006/relationships/image" Target="../media/image107.jpg"/><Relationship Id="rId9" Type="http://schemas.openxmlformats.org/officeDocument/2006/relationships/image" Target="../media/image112.jpg"/><Relationship Id="rId14" Type="http://schemas.openxmlformats.org/officeDocument/2006/relationships/image" Target="../media/image11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jpg"/><Relationship Id="rId3" Type="http://schemas.openxmlformats.org/officeDocument/2006/relationships/image" Target="../media/image120.jpg"/><Relationship Id="rId7" Type="http://schemas.openxmlformats.org/officeDocument/2006/relationships/image" Target="../media/image124.jpg"/><Relationship Id="rId12" Type="http://schemas.openxmlformats.org/officeDocument/2006/relationships/image" Target="../media/image129.jp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jpg"/><Relationship Id="rId11" Type="http://schemas.openxmlformats.org/officeDocument/2006/relationships/image" Target="../media/image128.jpg"/><Relationship Id="rId5" Type="http://schemas.openxmlformats.org/officeDocument/2006/relationships/image" Target="../media/image122.jpg"/><Relationship Id="rId10" Type="http://schemas.openxmlformats.org/officeDocument/2006/relationships/image" Target="../media/image127.png"/><Relationship Id="rId4" Type="http://schemas.openxmlformats.org/officeDocument/2006/relationships/image" Target="../media/image121.jpg"/><Relationship Id="rId9" Type="http://schemas.openxmlformats.org/officeDocument/2006/relationships/image" Target="../media/image126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jpg"/><Relationship Id="rId7" Type="http://schemas.openxmlformats.org/officeDocument/2006/relationships/image" Target="../media/image135.jp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jpg"/><Relationship Id="rId11" Type="http://schemas.openxmlformats.org/officeDocument/2006/relationships/image" Target="../media/image139.jpg"/><Relationship Id="rId5" Type="http://schemas.openxmlformats.org/officeDocument/2006/relationships/image" Target="../media/image133.jpg"/><Relationship Id="rId10" Type="http://schemas.openxmlformats.org/officeDocument/2006/relationships/image" Target="../media/image138.jpg"/><Relationship Id="rId4" Type="http://schemas.openxmlformats.org/officeDocument/2006/relationships/image" Target="../media/image132.jpg"/><Relationship Id="rId9" Type="http://schemas.openxmlformats.org/officeDocument/2006/relationships/image" Target="../media/image137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jpg"/><Relationship Id="rId3" Type="http://schemas.openxmlformats.org/officeDocument/2006/relationships/image" Target="../media/image141.jpg"/><Relationship Id="rId7" Type="http://schemas.openxmlformats.org/officeDocument/2006/relationships/image" Target="../media/image145.jpg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jpg"/><Relationship Id="rId11" Type="http://schemas.openxmlformats.org/officeDocument/2006/relationships/image" Target="../media/image149.jpg"/><Relationship Id="rId5" Type="http://schemas.openxmlformats.org/officeDocument/2006/relationships/image" Target="../media/image143.png"/><Relationship Id="rId10" Type="http://schemas.openxmlformats.org/officeDocument/2006/relationships/image" Target="../media/image148.jpg"/><Relationship Id="rId4" Type="http://schemas.openxmlformats.org/officeDocument/2006/relationships/image" Target="../media/image142.jpg"/><Relationship Id="rId9" Type="http://schemas.openxmlformats.org/officeDocument/2006/relationships/image" Target="../media/image147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jpg"/><Relationship Id="rId3" Type="http://schemas.openxmlformats.org/officeDocument/2006/relationships/image" Target="../media/image151.jpg"/><Relationship Id="rId7" Type="http://schemas.openxmlformats.org/officeDocument/2006/relationships/image" Target="../media/image155.jp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jpg"/><Relationship Id="rId11" Type="http://schemas.openxmlformats.org/officeDocument/2006/relationships/image" Target="../media/image106.jpg"/><Relationship Id="rId5" Type="http://schemas.openxmlformats.org/officeDocument/2006/relationships/image" Target="../media/image153.jpg"/><Relationship Id="rId10" Type="http://schemas.openxmlformats.org/officeDocument/2006/relationships/image" Target="../media/image158.jpg"/><Relationship Id="rId4" Type="http://schemas.openxmlformats.org/officeDocument/2006/relationships/image" Target="../media/image152.jpg"/><Relationship Id="rId9" Type="http://schemas.openxmlformats.org/officeDocument/2006/relationships/image" Target="../media/image157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jpg"/><Relationship Id="rId13" Type="http://schemas.openxmlformats.org/officeDocument/2006/relationships/image" Target="../media/image170.jpg"/><Relationship Id="rId3" Type="http://schemas.openxmlformats.org/officeDocument/2006/relationships/image" Target="../media/image160.jpg"/><Relationship Id="rId7" Type="http://schemas.openxmlformats.org/officeDocument/2006/relationships/image" Target="../media/image164.png"/><Relationship Id="rId12" Type="http://schemas.openxmlformats.org/officeDocument/2006/relationships/image" Target="../media/image169.jpg"/><Relationship Id="rId2" Type="http://schemas.openxmlformats.org/officeDocument/2006/relationships/image" Target="../media/image159.jpg"/><Relationship Id="rId16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jpg"/><Relationship Id="rId11" Type="http://schemas.openxmlformats.org/officeDocument/2006/relationships/image" Target="../media/image168.jpg"/><Relationship Id="rId5" Type="http://schemas.openxmlformats.org/officeDocument/2006/relationships/image" Target="../media/image162.jpg"/><Relationship Id="rId15" Type="http://schemas.openxmlformats.org/officeDocument/2006/relationships/image" Target="../media/image172.png"/><Relationship Id="rId10" Type="http://schemas.openxmlformats.org/officeDocument/2006/relationships/image" Target="../media/image167.jpg"/><Relationship Id="rId4" Type="http://schemas.openxmlformats.org/officeDocument/2006/relationships/image" Target="../media/image161.jpg"/><Relationship Id="rId9" Type="http://schemas.openxmlformats.org/officeDocument/2006/relationships/image" Target="../media/image166.jpg"/><Relationship Id="rId14" Type="http://schemas.openxmlformats.org/officeDocument/2006/relationships/image" Target="../media/image17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jpg"/><Relationship Id="rId3" Type="http://schemas.openxmlformats.org/officeDocument/2006/relationships/image" Target="../media/image175.jpg"/><Relationship Id="rId7" Type="http://schemas.openxmlformats.org/officeDocument/2006/relationships/image" Target="../media/image179.png"/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jpg"/><Relationship Id="rId5" Type="http://schemas.openxmlformats.org/officeDocument/2006/relationships/image" Target="../media/image177.jpg"/><Relationship Id="rId4" Type="http://schemas.openxmlformats.org/officeDocument/2006/relationships/image" Target="../media/image176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jpg"/><Relationship Id="rId13" Type="http://schemas.openxmlformats.org/officeDocument/2006/relationships/image" Target="../media/image191.jpg"/><Relationship Id="rId3" Type="http://schemas.openxmlformats.org/officeDocument/2006/relationships/image" Target="../media/image182.jpg"/><Relationship Id="rId7" Type="http://schemas.openxmlformats.org/officeDocument/2006/relationships/image" Target="../media/image186.jpg"/><Relationship Id="rId12" Type="http://schemas.openxmlformats.org/officeDocument/2006/relationships/image" Target="../media/image190.jpg"/><Relationship Id="rId17" Type="http://schemas.openxmlformats.org/officeDocument/2006/relationships/image" Target="../media/image195.jpg"/><Relationship Id="rId2" Type="http://schemas.openxmlformats.org/officeDocument/2006/relationships/image" Target="../media/image181.jpg"/><Relationship Id="rId16" Type="http://schemas.openxmlformats.org/officeDocument/2006/relationships/image" Target="../media/image19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jpg"/><Relationship Id="rId11" Type="http://schemas.openxmlformats.org/officeDocument/2006/relationships/image" Target="../media/image98.jpg"/><Relationship Id="rId5" Type="http://schemas.openxmlformats.org/officeDocument/2006/relationships/image" Target="../media/image184.jpg"/><Relationship Id="rId15" Type="http://schemas.openxmlformats.org/officeDocument/2006/relationships/image" Target="../media/image193.jpg"/><Relationship Id="rId10" Type="http://schemas.openxmlformats.org/officeDocument/2006/relationships/image" Target="../media/image189.png"/><Relationship Id="rId4" Type="http://schemas.openxmlformats.org/officeDocument/2006/relationships/image" Target="../media/image183.png"/><Relationship Id="rId9" Type="http://schemas.openxmlformats.org/officeDocument/2006/relationships/image" Target="../media/image188.jpg"/><Relationship Id="rId14" Type="http://schemas.openxmlformats.org/officeDocument/2006/relationships/image" Target="../media/image19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jpg"/><Relationship Id="rId13" Type="http://schemas.openxmlformats.org/officeDocument/2006/relationships/image" Target="../media/image207.jpg"/><Relationship Id="rId3" Type="http://schemas.openxmlformats.org/officeDocument/2006/relationships/image" Target="../media/image197.jpg"/><Relationship Id="rId7" Type="http://schemas.openxmlformats.org/officeDocument/2006/relationships/image" Target="../media/image201.jpg"/><Relationship Id="rId12" Type="http://schemas.openxmlformats.org/officeDocument/2006/relationships/image" Target="../media/image206.jpg"/><Relationship Id="rId2" Type="http://schemas.openxmlformats.org/officeDocument/2006/relationships/image" Target="../media/image19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jpg"/><Relationship Id="rId11" Type="http://schemas.openxmlformats.org/officeDocument/2006/relationships/image" Target="../media/image205.jpg"/><Relationship Id="rId5" Type="http://schemas.openxmlformats.org/officeDocument/2006/relationships/image" Target="../media/image199.jpg"/><Relationship Id="rId15" Type="http://schemas.openxmlformats.org/officeDocument/2006/relationships/image" Target="../media/image209.jpg"/><Relationship Id="rId10" Type="http://schemas.openxmlformats.org/officeDocument/2006/relationships/image" Target="../media/image204.jpg"/><Relationship Id="rId4" Type="http://schemas.openxmlformats.org/officeDocument/2006/relationships/image" Target="../media/image198.jpg"/><Relationship Id="rId9" Type="http://schemas.openxmlformats.org/officeDocument/2006/relationships/image" Target="../media/image203.jpg"/><Relationship Id="rId14" Type="http://schemas.openxmlformats.org/officeDocument/2006/relationships/image" Target="../media/image208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13" Type="http://schemas.openxmlformats.org/officeDocument/2006/relationships/image" Target="../media/image216.jpg"/><Relationship Id="rId3" Type="http://schemas.openxmlformats.org/officeDocument/2006/relationships/image" Target="../media/image126.jpg"/><Relationship Id="rId7" Type="http://schemas.openxmlformats.org/officeDocument/2006/relationships/image" Target="../media/image212.jpg"/><Relationship Id="rId12" Type="http://schemas.openxmlformats.org/officeDocument/2006/relationships/image" Target="../media/image215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jpg"/><Relationship Id="rId11" Type="http://schemas.openxmlformats.org/officeDocument/2006/relationships/image" Target="../media/image214.jpg"/><Relationship Id="rId5" Type="http://schemas.openxmlformats.org/officeDocument/2006/relationships/image" Target="../media/image211.jpg"/><Relationship Id="rId10" Type="http://schemas.openxmlformats.org/officeDocument/2006/relationships/image" Target="../media/image213.jpg"/><Relationship Id="rId4" Type="http://schemas.openxmlformats.org/officeDocument/2006/relationships/image" Target="../media/image210.jpg"/><Relationship Id="rId9" Type="http://schemas.openxmlformats.org/officeDocument/2006/relationships/image" Target="../media/image59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jpg"/><Relationship Id="rId3" Type="http://schemas.openxmlformats.org/officeDocument/2006/relationships/image" Target="../media/image218.jpg"/><Relationship Id="rId7" Type="http://schemas.openxmlformats.org/officeDocument/2006/relationships/image" Target="../media/image222.jpg"/><Relationship Id="rId2" Type="http://schemas.openxmlformats.org/officeDocument/2006/relationships/image" Target="../media/image2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jpg"/><Relationship Id="rId11" Type="http://schemas.openxmlformats.org/officeDocument/2006/relationships/image" Target="../media/image226.jpg"/><Relationship Id="rId5" Type="http://schemas.openxmlformats.org/officeDocument/2006/relationships/image" Target="../media/image220.jpg"/><Relationship Id="rId10" Type="http://schemas.openxmlformats.org/officeDocument/2006/relationships/image" Target="../media/image225.jpg"/><Relationship Id="rId4" Type="http://schemas.openxmlformats.org/officeDocument/2006/relationships/image" Target="../media/image219.png"/><Relationship Id="rId9" Type="http://schemas.openxmlformats.org/officeDocument/2006/relationships/image" Target="../media/image224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jpg"/><Relationship Id="rId3" Type="http://schemas.openxmlformats.org/officeDocument/2006/relationships/image" Target="../media/image228.jpg"/><Relationship Id="rId7" Type="http://schemas.openxmlformats.org/officeDocument/2006/relationships/image" Target="../media/image232.jpg"/><Relationship Id="rId2" Type="http://schemas.openxmlformats.org/officeDocument/2006/relationships/image" Target="../media/image22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1.jpg"/><Relationship Id="rId5" Type="http://schemas.openxmlformats.org/officeDocument/2006/relationships/image" Target="../media/image230.png"/><Relationship Id="rId10" Type="http://schemas.openxmlformats.org/officeDocument/2006/relationships/image" Target="../media/image235.jpg"/><Relationship Id="rId4" Type="http://schemas.openxmlformats.org/officeDocument/2006/relationships/image" Target="../media/image229.jpg"/><Relationship Id="rId9" Type="http://schemas.openxmlformats.org/officeDocument/2006/relationships/image" Target="../media/image2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jpg"/><Relationship Id="rId3" Type="http://schemas.openxmlformats.org/officeDocument/2006/relationships/image" Target="../media/image190.jpg"/><Relationship Id="rId7" Type="http://schemas.openxmlformats.org/officeDocument/2006/relationships/image" Target="../media/image238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7.jpg"/><Relationship Id="rId5" Type="http://schemas.openxmlformats.org/officeDocument/2006/relationships/image" Target="../media/image64.png"/><Relationship Id="rId4" Type="http://schemas.openxmlformats.org/officeDocument/2006/relationships/image" Target="../media/image236.jpg"/><Relationship Id="rId9" Type="http://schemas.openxmlformats.org/officeDocument/2006/relationships/image" Target="../media/image239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1.jpg"/><Relationship Id="rId3" Type="http://schemas.openxmlformats.org/officeDocument/2006/relationships/image" Target="../media/image241.jpg"/><Relationship Id="rId7" Type="http://schemas.openxmlformats.org/officeDocument/2006/relationships/image" Target="../media/image245.jpg"/><Relationship Id="rId12" Type="http://schemas.openxmlformats.org/officeDocument/2006/relationships/image" Target="../media/image250.jpg"/><Relationship Id="rId2" Type="http://schemas.openxmlformats.org/officeDocument/2006/relationships/image" Target="../media/image24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4.jpg"/><Relationship Id="rId11" Type="http://schemas.openxmlformats.org/officeDocument/2006/relationships/image" Target="../media/image249.jpg"/><Relationship Id="rId5" Type="http://schemas.openxmlformats.org/officeDocument/2006/relationships/image" Target="../media/image243.jpg"/><Relationship Id="rId10" Type="http://schemas.openxmlformats.org/officeDocument/2006/relationships/image" Target="../media/image248.png"/><Relationship Id="rId4" Type="http://schemas.openxmlformats.org/officeDocument/2006/relationships/image" Target="../media/image242.jpg"/><Relationship Id="rId9" Type="http://schemas.openxmlformats.org/officeDocument/2006/relationships/image" Target="../media/image247.jpg"/><Relationship Id="rId14" Type="http://schemas.openxmlformats.org/officeDocument/2006/relationships/image" Target="../media/image25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jpg"/><Relationship Id="rId13" Type="http://schemas.openxmlformats.org/officeDocument/2006/relationships/image" Target="../media/image262.jpg"/><Relationship Id="rId3" Type="http://schemas.openxmlformats.org/officeDocument/2006/relationships/image" Target="../media/image254.png"/><Relationship Id="rId7" Type="http://schemas.openxmlformats.org/officeDocument/2006/relationships/image" Target="../media/image256.jpg"/><Relationship Id="rId12" Type="http://schemas.openxmlformats.org/officeDocument/2006/relationships/image" Target="../media/image261.jpg"/><Relationship Id="rId2" Type="http://schemas.openxmlformats.org/officeDocument/2006/relationships/image" Target="../media/image25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jpg"/><Relationship Id="rId11" Type="http://schemas.openxmlformats.org/officeDocument/2006/relationships/image" Target="../media/image260.jpg"/><Relationship Id="rId5" Type="http://schemas.openxmlformats.org/officeDocument/2006/relationships/image" Target="../media/image168.jpg"/><Relationship Id="rId10" Type="http://schemas.openxmlformats.org/officeDocument/2006/relationships/image" Target="../media/image259.jpg"/><Relationship Id="rId4" Type="http://schemas.openxmlformats.org/officeDocument/2006/relationships/image" Target="../media/image255.jpg"/><Relationship Id="rId9" Type="http://schemas.openxmlformats.org/officeDocument/2006/relationships/image" Target="../media/image258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jpg"/><Relationship Id="rId3" Type="http://schemas.openxmlformats.org/officeDocument/2006/relationships/image" Target="../media/image264.jpg"/><Relationship Id="rId7" Type="http://schemas.openxmlformats.org/officeDocument/2006/relationships/image" Target="../media/image177.jpg"/><Relationship Id="rId2" Type="http://schemas.openxmlformats.org/officeDocument/2006/relationships/image" Target="../media/image26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.png"/><Relationship Id="rId5" Type="http://schemas.openxmlformats.org/officeDocument/2006/relationships/image" Target="../media/image161.jpg"/><Relationship Id="rId4" Type="http://schemas.openxmlformats.org/officeDocument/2006/relationships/image" Target="../media/image265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jpg"/><Relationship Id="rId3" Type="http://schemas.openxmlformats.org/officeDocument/2006/relationships/image" Target="../media/image269.jpg"/><Relationship Id="rId7" Type="http://schemas.openxmlformats.org/officeDocument/2006/relationships/image" Target="../media/image273.jpg"/><Relationship Id="rId12" Type="http://schemas.openxmlformats.org/officeDocument/2006/relationships/image" Target="../media/image278.png"/><Relationship Id="rId2" Type="http://schemas.openxmlformats.org/officeDocument/2006/relationships/image" Target="../media/image26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jpg"/><Relationship Id="rId11" Type="http://schemas.openxmlformats.org/officeDocument/2006/relationships/image" Target="../media/image277.jpg"/><Relationship Id="rId5" Type="http://schemas.openxmlformats.org/officeDocument/2006/relationships/image" Target="../media/image271.jpg"/><Relationship Id="rId10" Type="http://schemas.openxmlformats.org/officeDocument/2006/relationships/image" Target="../media/image276.jpg"/><Relationship Id="rId4" Type="http://schemas.openxmlformats.org/officeDocument/2006/relationships/image" Target="../media/image270.jpg"/><Relationship Id="rId9" Type="http://schemas.openxmlformats.org/officeDocument/2006/relationships/image" Target="../media/image27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jpg"/><Relationship Id="rId7" Type="http://schemas.openxmlformats.org/officeDocument/2006/relationships/image" Target="../media/image284.jpg"/><Relationship Id="rId2" Type="http://schemas.openxmlformats.org/officeDocument/2006/relationships/image" Target="../media/image27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3.jpg"/><Relationship Id="rId5" Type="http://schemas.openxmlformats.org/officeDocument/2006/relationships/image" Target="../media/image282.jpg"/><Relationship Id="rId4" Type="http://schemas.openxmlformats.org/officeDocument/2006/relationships/image" Target="../media/image281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jpg"/><Relationship Id="rId13" Type="http://schemas.openxmlformats.org/officeDocument/2006/relationships/image" Target="../media/image294.jpg"/><Relationship Id="rId18" Type="http://schemas.openxmlformats.org/officeDocument/2006/relationships/image" Target="../media/image299.jpg"/><Relationship Id="rId26" Type="http://schemas.openxmlformats.org/officeDocument/2006/relationships/image" Target="../media/image307.jpg"/><Relationship Id="rId3" Type="http://schemas.openxmlformats.org/officeDocument/2006/relationships/image" Target="../media/image286.jpg"/><Relationship Id="rId21" Type="http://schemas.openxmlformats.org/officeDocument/2006/relationships/image" Target="../media/image302.jpg"/><Relationship Id="rId7" Type="http://schemas.openxmlformats.org/officeDocument/2006/relationships/image" Target="../media/image289.jpg"/><Relationship Id="rId12" Type="http://schemas.openxmlformats.org/officeDocument/2006/relationships/image" Target="../media/image293.jpg"/><Relationship Id="rId17" Type="http://schemas.openxmlformats.org/officeDocument/2006/relationships/image" Target="../media/image298.jpg"/><Relationship Id="rId25" Type="http://schemas.openxmlformats.org/officeDocument/2006/relationships/image" Target="../media/image306.jpg"/><Relationship Id="rId2" Type="http://schemas.openxmlformats.org/officeDocument/2006/relationships/image" Target="../media/image285.jpg"/><Relationship Id="rId16" Type="http://schemas.openxmlformats.org/officeDocument/2006/relationships/image" Target="../media/image297.jpg"/><Relationship Id="rId20" Type="http://schemas.openxmlformats.org/officeDocument/2006/relationships/image" Target="../media/image301.jpg"/><Relationship Id="rId29" Type="http://schemas.openxmlformats.org/officeDocument/2006/relationships/image" Target="../media/image3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4.jpg"/><Relationship Id="rId11" Type="http://schemas.openxmlformats.org/officeDocument/2006/relationships/image" Target="../media/image292.jpg"/><Relationship Id="rId24" Type="http://schemas.openxmlformats.org/officeDocument/2006/relationships/image" Target="../media/image305.jpg"/><Relationship Id="rId32" Type="http://schemas.openxmlformats.org/officeDocument/2006/relationships/image" Target="../media/image313.png"/><Relationship Id="rId5" Type="http://schemas.openxmlformats.org/officeDocument/2006/relationships/image" Target="../media/image288.jpg"/><Relationship Id="rId15" Type="http://schemas.openxmlformats.org/officeDocument/2006/relationships/image" Target="../media/image296.png"/><Relationship Id="rId23" Type="http://schemas.openxmlformats.org/officeDocument/2006/relationships/image" Target="../media/image304.jpg"/><Relationship Id="rId28" Type="http://schemas.openxmlformats.org/officeDocument/2006/relationships/image" Target="../media/image309.jpg"/><Relationship Id="rId10" Type="http://schemas.openxmlformats.org/officeDocument/2006/relationships/image" Target="../media/image291.jpg"/><Relationship Id="rId19" Type="http://schemas.openxmlformats.org/officeDocument/2006/relationships/image" Target="../media/image300.jpg"/><Relationship Id="rId31" Type="http://schemas.openxmlformats.org/officeDocument/2006/relationships/image" Target="../media/image312.jpg"/><Relationship Id="rId4" Type="http://schemas.openxmlformats.org/officeDocument/2006/relationships/image" Target="../media/image287.jpg"/><Relationship Id="rId9" Type="http://schemas.openxmlformats.org/officeDocument/2006/relationships/image" Target="../media/image290.jpg"/><Relationship Id="rId14" Type="http://schemas.openxmlformats.org/officeDocument/2006/relationships/image" Target="../media/image295.jpg"/><Relationship Id="rId22" Type="http://schemas.openxmlformats.org/officeDocument/2006/relationships/image" Target="../media/image303.jpg"/><Relationship Id="rId27" Type="http://schemas.openxmlformats.org/officeDocument/2006/relationships/image" Target="../media/image308.jpg"/><Relationship Id="rId30" Type="http://schemas.openxmlformats.org/officeDocument/2006/relationships/image" Target="../media/image311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jpg"/><Relationship Id="rId3" Type="http://schemas.openxmlformats.org/officeDocument/2006/relationships/image" Target="../media/image315.jpg"/><Relationship Id="rId7" Type="http://schemas.openxmlformats.org/officeDocument/2006/relationships/image" Target="../media/image318.jpg"/><Relationship Id="rId2" Type="http://schemas.openxmlformats.org/officeDocument/2006/relationships/image" Target="../media/image31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7.jpg"/><Relationship Id="rId11" Type="http://schemas.openxmlformats.org/officeDocument/2006/relationships/image" Target="../media/image321.jpg"/><Relationship Id="rId5" Type="http://schemas.openxmlformats.org/officeDocument/2006/relationships/image" Target="../media/image271.jpg"/><Relationship Id="rId10" Type="http://schemas.openxmlformats.org/officeDocument/2006/relationships/image" Target="../media/image320.jpg"/><Relationship Id="rId4" Type="http://schemas.openxmlformats.org/officeDocument/2006/relationships/image" Target="../media/image316.jpg"/><Relationship Id="rId9" Type="http://schemas.openxmlformats.org/officeDocument/2006/relationships/image" Target="../media/image128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jpg"/><Relationship Id="rId13" Type="http://schemas.openxmlformats.org/officeDocument/2006/relationships/image" Target="../media/image161.jpg"/><Relationship Id="rId3" Type="http://schemas.openxmlformats.org/officeDocument/2006/relationships/image" Target="../media/image323.jpg"/><Relationship Id="rId7" Type="http://schemas.openxmlformats.org/officeDocument/2006/relationships/image" Target="../media/image327.jpg"/><Relationship Id="rId12" Type="http://schemas.openxmlformats.org/officeDocument/2006/relationships/image" Target="../media/image332.png"/><Relationship Id="rId2" Type="http://schemas.openxmlformats.org/officeDocument/2006/relationships/image" Target="../media/image3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6.jpg"/><Relationship Id="rId11" Type="http://schemas.openxmlformats.org/officeDocument/2006/relationships/image" Target="../media/image331.jpg"/><Relationship Id="rId5" Type="http://schemas.openxmlformats.org/officeDocument/2006/relationships/image" Target="../media/image325.jpg"/><Relationship Id="rId15" Type="http://schemas.openxmlformats.org/officeDocument/2006/relationships/image" Target="../media/image333.jpg"/><Relationship Id="rId10" Type="http://schemas.openxmlformats.org/officeDocument/2006/relationships/image" Target="../media/image330.jpg"/><Relationship Id="rId4" Type="http://schemas.openxmlformats.org/officeDocument/2006/relationships/image" Target="../media/image324.jpg"/><Relationship Id="rId9" Type="http://schemas.openxmlformats.org/officeDocument/2006/relationships/image" Target="../media/image329.jpg"/><Relationship Id="rId14" Type="http://schemas.openxmlformats.org/officeDocument/2006/relationships/image" Target="../media/image106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jpg"/><Relationship Id="rId13" Type="http://schemas.openxmlformats.org/officeDocument/2006/relationships/image" Target="../media/image344.jpg"/><Relationship Id="rId3" Type="http://schemas.openxmlformats.org/officeDocument/2006/relationships/image" Target="../media/image335.jpg"/><Relationship Id="rId7" Type="http://schemas.openxmlformats.org/officeDocument/2006/relationships/image" Target="../media/image338.jpg"/><Relationship Id="rId12" Type="http://schemas.openxmlformats.org/officeDocument/2006/relationships/image" Target="../media/image343.jpg"/><Relationship Id="rId2" Type="http://schemas.openxmlformats.org/officeDocument/2006/relationships/image" Target="../media/image3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7.jpg"/><Relationship Id="rId11" Type="http://schemas.openxmlformats.org/officeDocument/2006/relationships/image" Target="../media/image342.png"/><Relationship Id="rId5" Type="http://schemas.openxmlformats.org/officeDocument/2006/relationships/image" Target="../media/image336.jpg"/><Relationship Id="rId10" Type="http://schemas.openxmlformats.org/officeDocument/2006/relationships/image" Target="../media/image341.jpg"/><Relationship Id="rId4" Type="http://schemas.openxmlformats.org/officeDocument/2006/relationships/image" Target="../media/image60.jpg"/><Relationship Id="rId9" Type="http://schemas.openxmlformats.org/officeDocument/2006/relationships/image" Target="../media/image340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46.jpg"/><Relationship Id="rId7" Type="http://schemas.openxmlformats.org/officeDocument/2006/relationships/image" Target="../media/image349.jpg"/><Relationship Id="rId2" Type="http://schemas.openxmlformats.org/officeDocument/2006/relationships/image" Target="../media/image34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jpg"/><Relationship Id="rId5" Type="http://schemas.openxmlformats.org/officeDocument/2006/relationships/image" Target="../media/image348.jpg"/><Relationship Id="rId4" Type="http://schemas.openxmlformats.org/officeDocument/2006/relationships/image" Target="../media/image347.jpg"/><Relationship Id="rId9" Type="http://schemas.openxmlformats.org/officeDocument/2006/relationships/image" Target="../media/image351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3" Type="http://schemas.openxmlformats.org/officeDocument/2006/relationships/image" Target="../media/image353.png"/><Relationship Id="rId7" Type="http://schemas.openxmlformats.org/officeDocument/2006/relationships/image" Target="../media/image356.jpg"/><Relationship Id="rId12" Type="http://schemas.openxmlformats.org/officeDocument/2006/relationships/image" Target="../media/image360.png"/><Relationship Id="rId2" Type="http://schemas.openxmlformats.org/officeDocument/2006/relationships/image" Target="../media/image35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jpg"/><Relationship Id="rId11" Type="http://schemas.openxmlformats.org/officeDocument/2006/relationships/image" Target="../media/image359.jpg"/><Relationship Id="rId5" Type="http://schemas.openxmlformats.org/officeDocument/2006/relationships/image" Target="../media/image355.jpg"/><Relationship Id="rId10" Type="http://schemas.openxmlformats.org/officeDocument/2006/relationships/image" Target="../media/image358.jpg"/><Relationship Id="rId4" Type="http://schemas.openxmlformats.org/officeDocument/2006/relationships/image" Target="../media/image354.jpg"/><Relationship Id="rId9" Type="http://schemas.openxmlformats.org/officeDocument/2006/relationships/image" Target="../media/image357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jpg"/><Relationship Id="rId13" Type="http://schemas.openxmlformats.org/officeDocument/2006/relationships/image" Target="../media/image368.png"/><Relationship Id="rId18" Type="http://schemas.openxmlformats.org/officeDocument/2006/relationships/image" Target="../media/image373.png"/><Relationship Id="rId3" Type="http://schemas.openxmlformats.org/officeDocument/2006/relationships/image" Target="../media/image72.jpg"/><Relationship Id="rId7" Type="http://schemas.openxmlformats.org/officeDocument/2006/relationships/image" Target="../media/image364.png"/><Relationship Id="rId12" Type="http://schemas.openxmlformats.org/officeDocument/2006/relationships/image" Target="../media/image367.jpg"/><Relationship Id="rId17" Type="http://schemas.openxmlformats.org/officeDocument/2006/relationships/image" Target="../media/image372.png"/><Relationship Id="rId2" Type="http://schemas.openxmlformats.org/officeDocument/2006/relationships/image" Target="../media/image196.jpg"/><Relationship Id="rId16" Type="http://schemas.openxmlformats.org/officeDocument/2006/relationships/image" Target="../media/image371.png"/><Relationship Id="rId20" Type="http://schemas.openxmlformats.org/officeDocument/2006/relationships/image" Target="../media/image3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3.jpg"/><Relationship Id="rId11" Type="http://schemas.openxmlformats.org/officeDocument/2006/relationships/image" Target="../media/image366.jpg"/><Relationship Id="rId5" Type="http://schemas.openxmlformats.org/officeDocument/2006/relationships/image" Target="../media/image362.jpg"/><Relationship Id="rId15" Type="http://schemas.openxmlformats.org/officeDocument/2006/relationships/image" Target="../media/image370.png"/><Relationship Id="rId10" Type="http://schemas.openxmlformats.org/officeDocument/2006/relationships/image" Target="../media/image365.jpg"/><Relationship Id="rId19" Type="http://schemas.openxmlformats.org/officeDocument/2006/relationships/image" Target="../media/image374.png"/><Relationship Id="rId4" Type="http://schemas.openxmlformats.org/officeDocument/2006/relationships/image" Target="../media/image361.jpg"/><Relationship Id="rId9" Type="http://schemas.openxmlformats.org/officeDocument/2006/relationships/image" Target="../media/image64.png"/><Relationship Id="rId14" Type="http://schemas.openxmlformats.org/officeDocument/2006/relationships/image" Target="../media/image36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jpg"/><Relationship Id="rId3" Type="http://schemas.openxmlformats.org/officeDocument/2006/relationships/image" Target="../media/image376.jpg"/><Relationship Id="rId7" Type="http://schemas.openxmlformats.org/officeDocument/2006/relationships/image" Target="../media/image380.jpg"/><Relationship Id="rId12" Type="http://schemas.openxmlformats.org/officeDocument/2006/relationships/image" Target="../media/image385.jp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9.jpg"/><Relationship Id="rId11" Type="http://schemas.openxmlformats.org/officeDocument/2006/relationships/image" Target="../media/image384.png"/><Relationship Id="rId5" Type="http://schemas.openxmlformats.org/officeDocument/2006/relationships/image" Target="../media/image378.jpg"/><Relationship Id="rId10" Type="http://schemas.openxmlformats.org/officeDocument/2006/relationships/image" Target="../media/image383.png"/><Relationship Id="rId4" Type="http://schemas.openxmlformats.org/officeDocument/2006/relationships/image" Target="../media/image377.jpg"/><Relationship Id="rId9" Type="http://schemas.openxmlformats.org/officeDocument/2006/relationships/image" Target="../media/image38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jpg"/><Relationship Id="rId13" Type="http://schemas.openxmlformats.org/officeDocument/2006/relationships/image" Target="../media/image396.jpg"/><Relationship Id="rId18" Type="http://schemas.openxmlformats.org/officeDocument/2006/relationships/image" Target="../media/image401.jpg"/><Relationship Id="rId3" Type="http://schemas.openxmlformats.org/officeDocument/2006/relationships/image" Target="../media/image387.jpg"/><Relationship Id="rId21" Type="http://schemas.openxmlformats.org/officeDocument/2006/relationships/image" Target="../media/image404.jpg"/><Relationship Id="rId7" Type="http://schemas.openxmlformats.org/officeDocument/2006/relationships/image" Target="../media/image390.jpg"/><Relationship Id="rId12" Type="http://schemas.openxmlformats.org/officeDocument/2006/relationships/image" Target="../media/image395.jpg"/><Relationship Id="rId17" Type="http://schemas.openxmlformats.org/officeDocument/2006/relationships/image" Target="../media/image400.jpg"/><Relationship Id="rId2" Type="http://schemas.openxmlformats.org/officeDocument/2006/relationships/image" Target="../media/image386.jpg"/><Relationship Id="rId16" Type="http://schemas.openxmlformats.org/officeDocument/2006/relationships/image" Target="../media/image399.jpg"/><Relationship Id="rId20" Type="http://schemas.openxmlformats.org/officeDocument/2006/relationships/image" Target="../media/image40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1.jpg"/><Relationship Id="rId11" Type="http://schemas.openxmlformats.org/officeDocument/2006/relationships/image" Target="../media/image394.jpg"/><Relationship Id="rId24" Type="http://schemas.openxmlformats.org/officeDocument/2006/relationships/image" Target="../media/image407.png"/><Relationship Id="rId5" Type="http://schemas.openxmlformats.org/officeDocument/2006/relationships/image" Target="../media/image389.jpg"/><Relationship Id="rId15" Type="http://schemas.openxmlformats.org/officeDocument/2006/relationships/image" Target="../media/image398.jpg"/><Relationship Id="rId23" Type="http://schemas.openxmlformats.org/officeDocument/2006/relationships/image" Target="../media/image406.png"/><Relationship Id="rId10" Type="http://schemas.openxmlformats.org/officeDocument/2006/relationships/image" Target="../media/image393.jpg"/><Relationship Id="rId19" Type="http://schemas.openxmlformats.org/officeDocument/2006/relationships/image" Target="../media/image402.jpg"/><Relationship Id="rId4" Type="http://schemas.openxmlformats.org/officeDocument/2006/relationships/image" Target="../media/image388.jpg"/><Relationship Id="rId9" Type="http://schemas.openxmlformats.org/officeDocument/2006/relationships/image" Target="../media/image392.jpg"/><Relationship Id="rId14" Type="http://schemas.openxmlformats.org/officeDocument/2006/relationships/image" Target="../media/image397.png"/><Relationship Id="rId22" Type="http://schemas.openxmlformats.org/officeDocument/2006/relationships/image" Target="../media/image40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9677" y="2661829"/>
            <a:ext cx="880928" cy="9292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8980" y="4063576"/>
            <a:ext cx="235963" cy="8977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66453" y="2630330"/>
            <a:ext cx="235963" cy="9449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9329" y="4063576"/>
            <a:ext cx="1494432" cy="9134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801" y="2850831"/>
            <a:ext cx="739350" cy="740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4806" y="2866582"/>
            <a:ext cx="723619" cy="7244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69841" y="4063576"/>
            <a:ext cx="818005" cy="8977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48542" y="2630330"/>
            <a:ext cx="755081" cy="9607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50769" y="4236825"/>
            <a:ext cx="770812" cy="7402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00236" y="4079326"/>
            <a:ext cx="456195" cy="8819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12627" y="2677583"/>
            <a:ext cx="235963" cy="8977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90169" y="2866582"/>
            <a:ext cx="707889" cy="70874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35086" y="4236825"/>
            <a:ext cx="755081" cy="74024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76710" y="2693329"/>
            <a:ext cx="456195" cy="88199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636250" y="4063576"/>
            <a:ext cx="880928" cy="89774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611558" y="2850831"/>
            <a:ext cx="1525894" cy="107099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595828" y="4236825"/>
            <a:ext cx="235963" cy="72449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941909" y="4236825"/>
            <a:ext cx="613503" cy="74024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279036" y="2850831"/>
            <a:ext cx="1242738" cy="74024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681261" y="4252576"/>
            <a:ext cx="707889" cy="72449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499262" y="4236825"/>
            <a:ext cx="770812" cy="74024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600425" y="2693329"/>
            <a:ext cx="456195" cy="88199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2395928" y="4016326"/>
            <a:ext cx="235963" cy="94499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2773462" y="4236825"/>
            <a:ext cx="235963" cy="72449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3182469" y="2850831"/>
            <a:ext cx="220232" cy="72449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3512813" y="2850831"/>
            <a:ext cx="739350" cy="74024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3119543" y="4236825"/>
            <a:ext cx="550580" cy="72449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346552" y="2850831"/>
            <a:ext cx="707889" cy="72449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3748777" y="4236825"/>
            <a:ext cx="755081" cy="74024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582516" y="4079326"/>
            <a:ext cx="456195" cy="88199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431985" y="2661829"/>
            <a:ext cx="943852" cy="92924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5148824" y="4236825"/>
            <a:ext cx="235963" cy="72449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479176" y="4236825"/>
            <a:ext cx="755081" cy="74024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6312914" y="4252576"/>
            <a:ext cx="723619" cy="708748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17351140" y="11269181"/>
            <a:ext cx="2753360" cy="0"/>
          </a:xfrm>
          <a:custGeom>
            <a:avLst/>
            <a:gdLst/>
            <a:ahLst/>
            <a:cxnLst/>
            <a:rect l="l" t="t" r="r" b="b"/>
            <a:pathLst>
              <a:path w="2753359">
                <a:moveTo>
                  <a:pt x="0" y="0"/>
                </a:moveTo>
                <a:lnTo>
                  <a:pt x="2752959" y="0"/>
                </a:lnTo>
              </a:path>
            </a:pathLst>
          </a:custGeom>
          <a:ln w="3175">
            <a:solidFill>
              <a:srgbClr val="C3C3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9537383" y="3728001"/>
            <a:ext cx="2654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260" dirty="0">
                <a:solidFill>
                  <a:srgbClr val="013162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715016" y="3728001"/>
            <a:ext cx="2654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260" dirty="0">
                <a:solidFill>
                  <a:srgbClr val="013162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47" name="object 47" descr="$PPTXTitle"/>
          <p:cNvSpPr txBox="1">
            <a:spLocks noGrp="1"/>
          </p:cNvSpPr>
          <p:nvPr>
            <p:ph type="title"/>
          </p:nvPr>
        </p:nvSpPr>
        <p:spPr>
          <a:xfrm>
            <a:off x="13116157" y="2342008"/>
            <a:ext cx="2654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260" dirty="0">
                <a:solidFill>
                  <a:srgbClr val="013162"/>
                </a:solidFill>
              </a:rPr>
              <a:t>•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5090379" y="3728001"/>
            <a:ext cx="2654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260" dirty="0">
                <a:solidFill>
                  <a:srgbClr val="013162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45478" y="5743995"/>
            <a:ext cx="843978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250" b="1" spc="75" dirty="0">
                <a:solidFill>
                  <a:srgbClr val="A82A2D"/>
                </a:solidFill>
                <a:latin typeface="Arial"/>
                <a:cs typeface="Arial"/>
              </a:rPr>
              <a:t>Enterprise</a:t>
            </a:r>
            <a:r>
              <a:rPr sz="4250" b="1" spc="-95" dirty="0">
                <a:solidFill>
                  <a:srgbClr val="A82A2D"/>
                </a:solidFill>
                <a:latin typeface="Arial"/>
                <a:cs typeface="Arial"/>
              </a:rPr>
              <a:t> </a:t>
            </a:r>
            <a:r>
              <a:rPr sz="4250" b="1" dirty="0">
                <a:solidFill>
                  <a:srgbClr val="A82A2D"/>
                </a:solidFill>
                <a:latin typeface="Arial"/>
                <a:cs typeface="Arial"/>
              </a:rPr>
              <a:t>Scalability</a:t>
            </a:r>
            <a:r>
              <a:rPr sz="4250" b="1" spc="-45" dirty="0">
                <a:solidFill>
                  <a:srgbClr val="A82A2D"/>
                </a:solidFill>
                <a:latin typeface="Arial"/>
                <a:cs typeface="Arial"/>
              </a:rPr>
              <a:t> </a:t>
            </a:r>
            <a:r>
              <a:rPr sz="4450" spc="55" dirty="0">
                <a:solidFill>
                  <a:srgbClr val="A82A2D"/>
                </a:solidFill>
                <a:latin typeface="Arial"/>
                <a:cs typeface="Arial"/>
              </a:rPr>
              <a:t>&amp;</a:t>
            </a:r>
            <a:r>
              <a:rPr sz="4450" spc="260" dirty="0">
                <a:solidFill>
                  <a:srgbClr val="A82A2D"/>
                </a:solidFill>
                <a:latin typeface="Arial"/>
                <a:cs typeface="Arial"/>
              </a:rPr>
              <a:t> </a:t>
            </a:r>
            <a:r>
              <a:rPr sz="4250" b="1" spc="-10" dirty="0">
                <a:solidFill>
                  <a:srgbClr val="A82A2D"/>
                </a:solidFill>
                <a:latin typeface="Arial"/>
                <a:cs typeface="Arial"/>
              </a:rPr>
              <a:t>Insights</a:t>
            </a:r>
            <a:endParaRPr sz="42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44919" y="7791490"/>
            <a:ext cx="5964555" cy="51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85" dirty="0">
                <a:solidFill>
                  <a:srgbClr val="647082"/>
                </a:solidFill>
                <a:latin typeface="Arial"/>
                <a:cs typeface="Arial"/>
              </a:rPr>
              <a:t>Engineering</a:t>
            </a:r>
            <a:r>
              <a:rPr sz="3200" spc="-240" dirty="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647082"/>
                </a:solidFill>
                <a:latin typeface="Arial"/>
                <a:cs typeface="Arial"/>
              </a:rPr>
              <a:t>Masterclass</a:t>
            </a:r>
            <a:r>
              <a:rPr sz="3200" spc="-110" dirty="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647082"/>
                </a:solidFill>
                <a:latin typeface="Arial"/>
                <a:cs typeface="Arial"/>
              </a:rPr>
              <a:t>Series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351" y="525350"/>
            <a:ext cx="3952875" cy="115252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0" y="0"/>
            <a:ext cx="3180641" cy="1847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27085"/>
            <a:ext cx="1038237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9862" y="1842831"/>
            <a:ext cx="1761857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6220" y="1827085"/>
            <a:ext cx="1053968" cy="598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2532" y="5118822"/>
            <a:ext cx="377540" cy="299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40653" y="1827085"/>
            <a:ext cx="566311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85619" y="1827085"/>
            <a:ext cx="975313" cy="598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23857" y="1842831"/>
            <a:ext cx="503387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6710" y="1858581"/>
            <a:ext cx="157308" cy="5669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96944" y="1827085"/>
            <a:ext cx="1085429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78796" y="5874820"/>
            <a:ext cx="251693" cy="299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68680" y="6347319"/>
            <a:ext cx="283155" cy="3149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86638" y="6835568"/>
            <a:ext cx="739350" cy="33074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92344" y="7126940"/>
            <a:ext cx="692785" cy="0"/>
          </a:xfrm>
          <a:custGeom>
            <a:avLst/>
            <a:gdLst/>
            <a:ahLst/>
            <a:cxnLst/>
            <a:rect l="l" t="t" r="r" b="b"/>
            <a:pathLst>
              <a:path w="692784">
                <a:moveTo>
                  <a:pt x="0" y="0"/>
                </a:moveTo>
                <a:lnTo>
                  <a:pt x="69215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</a:pPr>
            <a:r>
              <a:rPr sz="1800" b="1" spc="105" dirty="0">
                <a:solidFill>
                  <a:srgbClr val="999999"/>
                </a:solidFill>
                <a:latin typeface="Arial"/>
                <a:cs typeface="Arial"/>
              </a:rPr>
              <a:t>600</a:t>
            </a:r>
            <a:r>
              <a:rPr sz="1800" b="1" spc="-7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150" b="1" spc="80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1150" b="1" spc="26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800" b="1" spc="60" dirty="0">
                <a:solidFill>
                  <a:srgbClr val="999999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46923" y="5052083"/>
            <a:ext cx="24130" cy="129539"/>
          </a:xfrm>
          <a:custGeom>
            <a:avLst/>
            <a:gdLst/>
            <a:ahLst/>
            <a:cxnLst/>
            <a:rect l="l" t="t" r="r" b="b"/>
            <a:pathLst>
              <a:path w="24130" h="129539">
                <a:moveTo>
                  <a:pt x="23596" y="128922"/>
                </a:moveTo>
                <a:lnTo>
                  <a:pt x="0" y="128922"/>
                </a:lnTo>
                <a:lnTo>
                  <a:pt x="0" y="0"/>
                </a:lnTo>
                <a:lnTo>
                  <a:pt x="23596" y="0"/>
                </a:lnTo>
                <a:lnTo>
                  <a:pt x="23596" y="128922"/>
                </a:lnTo>
                <a:close/>
              </a:path>
            </a:pathLst>
          </a:custGeom>
          <a:solidFill>
            <a:srgbClr val="0F77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77392" y="5175245"/>
            <a:ext cx="126364" cy="163830"/>
          </a:xfrm>
          <a:custGeom>
            <a:avLst/>
            <a:gdLst/>
            <a:ahLst/>
            <a:cxnLst/>
            <a:rect l="l" t="t" r="r" b="b"/>
            <a:pathLst>
              <a:path w="126364" h="163829">
                <a:moveTo>
                  <a:pt x="125846" y="163401"/>
                </a:moveTo>
                <a:lnTo>
                  <a:pt x="0" y="163401"/>
                </a:lnTo>
                <a:lnTo>
                  <a:pt x="0" y="0"/>
                </a:lnTo>
                <a:lnTo>
                  <a:pt x="125846" y="0"/>
                </a:lnTo>
                <a:lnTo>
                  <a:pt x="125846" y="163401"/>
                </a:lnTo>
                <a:close/>
              </a:path>
            </a:pathLst>
          </a:custGeom>
          <a:solidFill>
            <a:srgbClr val="0F77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83601" y="5346529"/>
            <a:ext cx="63500" cy="118745"/>
          </a:xfrm>
          <a:custGeom>
            <a:avLst/>
            <a:gdLst/>
            <a:ahLst/>
            <a:cxnLst/>
            <a:rect l="l" t="t" r="r" b="b"/>
            <a:pathLst>
              <a:path w="63500" h="118745">
                <a:moveTo>
                  <a:pt x="62923" y="118418"/>
                </a:moveTo>
                <a:lnTo>
                  <a:pt x="0" y="118418"/>
                </a:lnTo>
                <a:lnTo>
                  <a:pt x="0" y="0"/>
                </a:lnTo>
                <a:lnTo>
                  <a:pt x="62923" y="0"/>
                </a:lnTo>
                <a:lnTo>
                  <a:pt x="62923" y="118418"/>
                </a:lnTo>
                <a:close/>
              </a:path>
            </a:pathLst>
          </a:custGeom>
          <a:solidFill>
            <a:srgbClr val="0F77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95968" y="5346529"/>
            <a:ext cx="63500" cy="118745"/>
          </a:xfrm>
          <a:custGeom>
            <a:avLst/>
            <a:gdLst/>
            <a:ahLst/>
            <a:cxnLst/>
            <a:rect l="l" t="t" r="r" b="b"/>
            <a:pathLst>
              <a:path w="63500" h="118745">
                <a:moveTo>
                  <a:pt x="62923" y="118418"/>
                </a:moveTo>
                <a:lnTo>
                  <a:pt x="0" y="118418"/>
                </a:lnTo>
                <a:lnTo>
                  <a:pt x="0" y="0"/>
                </a:lnTo>
                <a:lnTo>
                  <a:pt x="62923" y="0"/>
                </a:lnTo>
                <a:lnTo>
                  <a:pt x="62923" y="118418"/>
                </a:lnTo>
                <a:close/>
              </a:path>
            </a:pathLst>
          </a:custGeom>
          <a:solidFill>
            <a:srgbClr val="0F77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570902" y="5033043"/>
            <a:ext cx="301625" cy="43053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70"/>
              </a:spcBef>
            </a:pPr>
            <a:r>
              <a:rPr sz="750" spc="70" dirty="0">
                <a:solidFill>
                  <a:srgbClr val="8EE4FF"/>
                </a:solidFill>
                <a:latin typeface="Arial"/>
                <a:cs typeface="Arial"/>
              </a:rPr>
              <a:t>•</a:t>
            </a:r>
            <a:r>
              <a:rPr sz="750" spc="70" dirty="0">
                <a:solidFill>
                  <a:srgbClr val="B3DDFB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  <a:p>
            <a:pPr marL="106045">
              <a:lnSpc>
                <a:spcPct val="100000"/>
              </a:lnSpc>
              <a:spcBef>
                <a:spcPts val="130"/>
              </a:spcBef>
            </a:pPr>
            <a:r>
              <a:rPr sz="900" b="1" spc="225" dirty="0">
                <a:solidFill>
                  <a:srgbClr val="F2FDFD"/>
                </a:solidFill>
                <a:latin typeface="Times New Roman"/>
                <a:cs typeface="Times New Roman"/>
              </a:rPr>
              <a:t>C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224790" algn="l"/>
              </a:tabLst>
            </a:pPr>
            <a:r>
              <a:rPr sz="650" b="1" spc="85" dirty="0">
                <a:solidFill>
                  <a:srgbClr val="CAF9FD"/>
                </a:solidFill>
                <a:latin typeface="Arial"/>
                <a:cs typeface="Arial"/>
              </a:rPr>
              <a:t>0</a:t>
            </a:r>
            <a:r>
              <a:rPr sz="650" b="1" dirty="0">
                <a:solidFill>
                  <a:srgbClr val="CAF9FD"/>
                </a:solidFill>
                <a:latin typeface="Arial"/>
                <a:cs typeface="Arial"/>
              </a:rPr>
              <a:t>	</a:t>
            </a:r>
            <a:r>
              <a:rPr sz="650" b="1" spc="85" dirty="0">
                <a:solidFill>
                  <a:srgbClr val="CAF9FD"/>
                </a:solidFill>
                <a:latin typeface="Arial"/>
                <a:cs typeface="Arial"/>
              </a:rPr>
              <a:t>0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04667" y="1971880"/>
            <a:ext cx="30099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540" dirty="0">
                <a:solidFill>
                  <a:srgbClr val="032F5E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36275" y="4377505"/>
            <a:ext cx="1348105" cy="4540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100" b="1" spc="-10" dirty="0">
                <a:solidFill>
                  <a:srgbClr val="464F5B"/>
                </a:solidFill>
                <a:latin typeface="Arial"/>
                <a:cs typeface="Arial"/>
              </a:rPr>
              <a:t>SCADA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200" dirty="0">
                <a:solidFill>
                  <a:srgbClr val="464F5B"/>
                </a:solidFill>
                <a:latin typeface="Arial"/>
                <a:cs typeface="Arial"/>
              </a:rPr>
              <a:t>Operator</a:t>
            </a:r>
            <a:r>
              <a:rPr sz="1200" spc="375" dirty="0">
                <a:solidFill>
                  <a:srgbClr val="464F5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4F5B"/>
                </a:solidFill>
                <a:latin typeface="Arial"/>
                <a:cs typeface="Arial"/>
              </a:rPr>
              <a:t>Terminal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27016" y="3842188"/>
            <a:ext cx="494030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55" dirty="0">
                <a:solidFill>
                  <a:srgbClr val="050A11"/>
                </a:solidFill>
                <a:latin typeface="Arial"/>
                <a:cs typeface="Arial"/>
              </a:rPr>
              <a:t>SCADA</a:t>
            </a:r>
            <a:r>
              <a:rPr sz="1700" b="1" spc="70" dirty="0">
                <a:solidFill>
                  <a:srgbClr val="050A11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50A11"/>
                </a:solidFill>
                <a:latin typeface="Arial"/>
                <a:cs typeface="Arial"/>
              </a:rPr>
              <a:t>system</a:t>
            </a:r>
            <a:r>
              <a:rPr sz="1700" b="1" spc="10" dirty="0">
                <a:solidFill>
                  <a:srgbClr val="050A11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50A11"/>
                </a:solidFill>
                <a:latin typeface="Arial"/>
                <a:cs typeface="Arial"/>
              </a:rPr>
              <a:t>components:</a:t>
            </a:r>
            <a:r>
              <a:rPr sz="1700" b="1" spc="140" dirty="0">
                <a:solidFill>
                  <a:srgbClr val="050A11"/>
                </a:solidFill>
                <a:latin typeface="Arial"/>
                <a:cs typeface="Arial"/>
              </a:rPr>
              <a:t> </a:t>
            </a:r>
            <a:r>
              <a:rPr sz="1700" b="1" spc="60" dirty="0">
                <a:solidFill>
                  <a:srgbClr val="050A11"/>
                </a:solidFill>
                <a:latin typeface="Arial"/>
                <a:cs typeface="Arial"/>
              </a:rPr>
              <a:t>What</a:t>
            </a:r>
            <a:r>
              <a:rPr sz="1700" b="1" spc="10" dirty="0">
                <a:solidFill>
                  <a:srgbClr val="050A11"/>
                </a:solidFill>
                <a:latin typeface="Arial"/>
                <a:cs typeface="Arial"/>
              </a:rPr>
              <a:t> </a:t>
            </a:r>
            <a:r>
              <a:rPr sz="1700" b="1" spc="60" dirty="0">
                <a:solidFill>
                  <a:srgbClr val="050A11"/>
                </a:solidFill>
                <a:latin typeface="Arial"/>
                <a:cs typeface="Arial"/>
              </a:rPr>
              <a:t>is</a:t>
            </a:r>
            <a:r>
              <a:rPr sz="1700" b="1" spc="-165" dirty="0">
                <a:solidFill>
                  <a:srgbClr val="050A11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50A11"/>
                </a:solidFill>
                <a:latin typeface="Arial"/>
                <a:cs typeface="Arial"/>
              </a:rPr>
              <a:t>SCADA?</a:t>
            </a:r>
            <a:endParaRPr sz="1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23796" y="5176997"/>
            <a:ext cx="215519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spc="1685" dirty="0">
                <a:solidFill>
                  <a:srgbClr val="C4C8CF"/>
                </a:solidFill>
                <a:latin typeface="Times New Roman"/>
                <a:cs typeface="Times New Roman"/>
              </a:rPr>
              <a:t>--</a:t>
            </a:r>
            <a:r>
              <a:rPr sz="1000" b="1" spc="1680" dirty="0">
                <a:solidFill>
                  <a:srgbClr val="C4C8CF"/>
                </a:solidFill>
                <a:latin typeface="Times New Roman"/>
                <a:cs typeface="Times New Roman"/>
              </a:rPr>
              <a:t>--</a:t>
            </a:r>
            <a:r>
              <a:rPr sz="1000" b="1" spc="2785" dirty="0">
                <a:solidFill>
                  <a:srgbClr val="C4C8CF"/>
                </a:solidFill>
                <a:latin typeface="Times New Roman"/>
                <a:cs typeface="Times New Roman"/>
              </a:rPr>
              <a:t>}</a:t>
            </a:r>
            <a:r>
              <a:rPr sz="1000" b="1" spc="2785" dirty="0">
                <a:solidFill>
                  <a:srgbClr val="0C7CE2"/>
                </a:solidFill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450713" y="1779738"/>
            <a:ext cx="236220" cy="673735"/>
          </a:xfrm>
          <a:custGeom>
            <a:avLst/>
            <a:gdLst/>
            <a:ahLst/>
            <a:cxnLst/>
            <a:rect l="l" t="t" r="r" b="b"/>
            <a:pathLst>
              <a:path w="236220" h="673735">
                <a:moveTo>
                  <a:pt x="235962" y="673178"/>
                </a:moveTo>
                <a:lnTo>
                  <a:pt x="0" y="673178"/>
                </a:lnTo>
                <a:lnTo>
                  <a:pt x="0" y="0"/>
                </a:lnTo>
                <a:lnTo>
                  <a:pt x="235962" y="0"/>
                </a:lnTo>
                <a:lnTo>
                  <a:pt x="235962" y="673178"/>
                </a:lnTo>
                <a:close/>
              </a:path>
            </a:pathLst>
          </a:custGeom>
          <a:solidFill>
            <a:srgbClr val="0331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438019" y="1786817"/>
            <a:ext cx="117475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6450" dirty="0">
                <a:solidFill>
                  <a:srgbClr val="F2FDFD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6894" y="5648709"/>
            <a:ext cx="122999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305" marR="5080" indent="-142240">
              <a:lnSpc>
                <a:spcPct val="120600"/>
              </a:lnSpc>
              <a:spcBef>
                <a:spcPts val="95"/>
              </a:spcBef>
            </a:pPr>
            <a:r>
              <a:rPr sz="1200" spc="55" dirty="0">
                <a:solidFill>
                  <a:srgbClr val="464F5B"/>
                </a:solidFill>
                <a:latin typeface="Arial"/>
                <a:cs typeface="Arial"/>
              </a:rPr>
              <a:t>Control</a:t>
            </a:r>
            <a:r>
              <a:rPr sz="1200" spc="-85" dirty="0">
                <a:solidFill>
                  <a:srgbClr val="464F5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4F5B"/>
                </a:solidFill>
                <a:latin typeface="Arial"/>
                <a:cs typeface="Arial"/>
              </a:rPr>
              <a:t>Systems </a:t>
            </a:r>
            <a:r>
              <a:rPr sz="1200" spc="40" dirty="0">
                <a:solidFill>
                  <a:srgbClr val="464F5B"/>
                </a:solidFill>
                <a:latin typeface="Arial"/>
                <a:cs typeface="Arial"/>
              </a:rPr>
              <a:t>Adjustments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73027" y="7669428"/>
            <a:ext cx="8629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20725" algn="l"/>
              </a:tabLst>
            </a:pPr>
            <a:r>
              <a:rPr sz="1200" spc="75" dirty="0">
                <a:solidFill>
                  <a:srgbClr val="464F5B"/>
                </a:solidFill>
                <a:latin typeface="Arial"/>
                <a:cs typeface="Arial"/>
              </a:rPr>
              <a:t>RTU1</a:t>
            </a:r>
            <a:r>
              <a:rPr sz="1200" dirty="0">
                <a:solidFill>
                  <a:srgbClr val="464F5B"/>
                </a:solidFill>
                <a:latin typeface="Arial"/>
                <a:cs typeface="Arial"/>
              </a:rPr>
              <a:t>	</a:t>
            </a:r>
            <a:r>
              <a:rPr sz="1200" spc="-130" dirty="0">
                <a:solidFill>
                  <a:srgbClr val="0C7CE2"/>
                </a:solidFill>
                <a:latin typeface="Arial"/>
                <a:cs typeface="Arial"/>
              </a:rPr>
              <a:t>�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47265" y="8748300"/>
            <a:ext cx="6096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0C7CE2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72841" y="7992302"/>
            <a:ext cx="1917700" cy="12757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8110" algn="ctr">
              <a:lnSpc>
                <a:spcPts val="2340"/>
              </a:lnSpc>
              <a:spcBef>
                <a:spcPts val="125"/>
              </a:spcBef>
            </a:pPr>
            <a:r>
              <a:rPr sz="2300" spc="-25" dirty="0">
                <a:solidFill>
                  <a:srgbClr val="C4C8CF"/>
                </a:solidFill>
                <a:latin typeface="Arial"/>
                <a:cs typeface="Arial"/>
              </a:rPr>
              <a:t>1'</a:t>
            </a:r>
            <a:endParaRPr sz="2300">
              <a:latin typeface="Arial"/>
              <a:cs typeface="Arial"/>
            </a:endParaRPr>
          </a:p>
          <a:p>
            <a:pPr marL="153035">
              <a:lnSpc>
                <a:spcPts val="3240"/>
              </a:lnSpc>
              <a:tabLst>
                <a:tab pos="433070" algn="l"/>
                <a:tab pos="1789430" algn="l"/>
              </a:tabLst>
            </a:pPr>
            <a:r>
              <a:rPr sz="2200" b="1" spc="-350" dirty="0">
                <a:solidFill>
                  <a:srgbClr val="C4C8CF"/>
                </a:solidFill>
                <a:latin typeface="Arial"/>
                <a:cs typeface="Arial"/>
              </a:rPr>
              <a:t>f</a:t>
            </a:r>
            <a:r>
              <a:rPr sz="2200" b="1" dirty="0">
                <a:solidFill>
                  <a:srgbClr val="C4C8CF"/>
                </a:solidFill>
                <a:latin typeface="Arial"/>
                <a:cs typeface="Arial"/>
              </a:rPr>
              <a:t>	</a:t>
            </a:r>
            <a:r>
              <a:rPr sz="1200" spc="55" dirty="0">
                <a:solidFill>
                  <a:srgbClr val="464F5B"/>
                </a:solidFill>
                <a:latin typeface="Arial"/>
                <a:cs typeface="Arial"/>
              </a:rPr>
              <a:t>Instrumentation</a:t>
            </a:r>
            <a:r>
              <a:rPr sz="1200" dirty="0">
                <a:solidFill>
                  <a:srgbClr val="464F5B"/>
                </a:solidFill>
                <a:latin typeface="Arial"/>
                <a:cs typeface="Arial"/>
              </a:rPr>
              <a:t>	</a:t>
            </a:r>
            <a:r>
              <a:rPr sz="3050" spc="-750" dirty="0">
                <a:solidFill>
                  <a:srgbClr val="C4C8CF"/>
                </a:solidFill>
                <a:latin typeface="Arial"/>
                <a:cs typeface="Arial"/>
              </a:rPr>
              <a:t>1</a:t>
            </a:r>
            <a:endParaRPr sz="3050">
              <a:latin typeface="Arial"/>
              <a:cs typeface="Arial"/>
            </a:endParaRPr>
          </a:p>
          <a:p>
            <a:pPr marL="29845">
              <a:lnSpc>
                <a:spcPts val="950"/>
              </a:lnSpc>
              <a:spcBef>
                <a:spcPts val="360"/>
              </a:spcBef>
              <a:tabLst>
                <a:tab pos="786765" algn="l"/>
              </a:tabLst>
            </a:pPr>
            <a:r>
              <a:rPr sz="1200" spc="-25" dirty="0">
                <a:solidFill>
                  <a:srgbClr val="0C7CE2"/>
                </a:solidFill>
                <a:latin typeface="Arial"/>
                <a:cs typeface="Arial"/>
              </a:rPr>
              <a:t>••</a:t>
            </a:r>
            <a:r>
              <a:rPr sz="1200" dirty="0">
                <a:solidFill>
                  <a:srgbClr val="0C7CE2"/>
                </a:solidFill>
                <a:latin typeface="Arial"/>
                <a:cs typeface="Arial"/>
              </a:rPr>
              <a:t>	</a:t>
            </a:r>
            <a:r>
              <a:rPr sz="1200" spc="60" dirty="0">
                <a:solidFill>
                  <a:srgbClr val="464F5B"/>
                </a:solidFill>
                <a:latin typeface="Arial"/>
                <a:cs typeface="Arial"/>
              </a:rPr>
              <a:t>Inputs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2930"/>
              </a:lnSpc>
            </a:pPr>
            <a:r>
              <a:rPr sz="2850" spc="70" dirty="0">
                <a:solidFill>
                  <a:srgbClr val="0C7CE2"/>
                </a:solidFill>
                <a:latin typeface="Arial"/>
                <a:cs typeface="Arial"/>
              </a:rPr>
              <a:t>II</a:t>
            </a:r>
            <a:endParaRPr sz="28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63853" y="8807363"/>
            <a:ext cx="113664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50" spc="50" dirty="0">
                <a:solidFill>
                  <a:srgbClr val="0C7CE2"/>
                </a:solidFill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41636" y="5916457"/>
            <a:ext cx="1129030" cy="529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930" marR="5080" indent="-189865">
              <a:lnSpc>
                <a:spcPct val="137800"/>
              </a:lnSpc>
              <a:spcBef>
                <a:spcPts val="95"/>
              </a:spcBef>
            </a:pPr>
            <a:r>
              <a:rPr sz="1200" spc="85" dirty="0">
                <a:solidFill>
                  <a:srgbClr val="343F4D"/>
                </a:solidFill>
                <a:latin typeface="Arial"/>
                <a:cs typeface="Arial"/>
              </a:rPr>
              <a:t>Radio/</a:t>
            </a:r>
            <a:r>
              <a:rPr sz="1200" spc="-2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464F5B"/>
                </a:solidFill>
                <a:latin typeface="Arial"/>
                <a:cs typeface="Arial"/>
              </a:rPr>
              <a:t>Cellular Telemetry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67915" y="5771558"/>
            <a:ext cx="18351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40" dirty="0">
                <a:solidFill>
                  <a:srgbClr val="C4C8CF"/>
                </a:solidFill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21148" y="6425182"/>
            <a:ext cx="104139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40" dirty="0">
                <a:solidFill>
                  <a:srgbClr val="0C7CE2"/>
                </a:solidFill>
                <a:latin typeface="Arial"/>
                <a:cs typeface="Arial"/>
              </a:rPr>
              <a:t>�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50359" y="6212558"/>
            <a:ext cx="290830" cy="532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85" dirty="0">
                <a:solidFill>
                  <a:srgbClr val="0C7CE2"/>
                </a:solidFill>
                <a:latin typeface="Arial"/>
                <a:cs typeface="Arial"/>
              </a:rPr>
              <a:t>(</a:t>
            </a:r>
            <a:r>
              <a:rPr sz="1400" spc="-185" dirty="0">
                <a:solidFill>
                  <a:srgbClr val="287BCD"/>
                </a:solidFill>
                <a:latin typeface="Arial"/>
                <a:cs typeface="Arial"/>
              </a:rPr>
              <a:t>&lt;</a:t>
            </a:r>
            <a:r>
              <a:rPr sz="1400" spc="-185" dirty="0">
                <a:solidFill>
                  <a:srgbClr val="0C7CE2"/>
                </a:solidFill>
                <a:latin typeface="Arial"/>
                <a:cs typeface="Arial"/>
              </a:rPr>
              <a:t>•</a:t>
            </a:r>
            <a:r>
              <a:rPr sz="1400" spc="-185" dirty="0">
                <a:solidFill>
                  <a:srgbClr val="287BCD"/>
                </a:solidFill>
                <a:latin typeface="Arial"/>
                <a:cs typeface="Arial"/>
              </a:rPr>
              <a:t>&gt;</a:t>
            </a:r>
            <a:r>
              <a:rPr sz="1400" spc="-185" dirty="0">
                <a:solidFill>
                  <a:srgbClr val="0C7CE2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200" spc="-434" dirty="0">
                <a:solidFill>
                  <a:srgbClr val="0C7CE2"/>
                </a:solidFill>
                <a:latin typeface="Arial"/>
                <a:cs typeface="Arial"/>
              </a:rPr>
              <a:t>�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47960" y="5648709"/>
            <a:ext cx="820419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2405">
              <a:lnSpc>
                <a:spcPct val="120600"/>
              </a:lnSpc>
              <a:spcBef>
                <a:spcPts val="95"/>
              </a:spcBef>
            </a:pPr>
            <a:r>
              <a:rPr sz="1200" spc="-10" dirty="0">
                <a:solidFill>
                  <a:srgbClr val="343F4D"/>
                </a:solidFill>
                <a:latin typeface="Arial"/>
                <a:cs typeface="Arial"/>
              </a:rPr>
              <a:t>Alarm </a:t>
            </a:r>
            <a:r>
              <a:rPr sz="1200" spc="50" dirty="0">
                <a:solidFill>
                  <a:srgbClr val="343F4D"/>
                </a:solidFill>
                <a:latin typeface="Arial"/>
                <a:cs typeface="Arial"/>
              </a:rPr>
              <a:t>Monitoring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996890" y="7213565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>
                <a:moveTo>
                  <a:pt x="0" y="0"/>
                </a:moveTo>
                <a:lnTo>
                  <a:pt x="23596" y="0"/>
                </a:lnTo>
              </a:path>
            </a:pathLst>
          </a:custGeom>
          <a:ln w="7874">
            <a:solidFill>
              <a:srgbClr val="B5BA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984194" y="7066992"/>
            <a:ext cx="61594" cy="186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B5BABF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87460" y="7661553"/>
            <a:ext cx="11874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415" dirty="0">
                <a:solidFill>
                  <a:srgbClr val="0C7CE2"/>
                </a:solidFill>
                <a:latin typeface="Arial"/>
                <a:cs typeface="Arial"/>
              </a:rPr>
              <a:t>�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63077" y="7661553"/>
            <a:ext cx="47434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75" dirty="0">
                <a:solidFill>
                  <a:srgbClr val="464F5B"/>
                </a:solidFill>
                <a:latin typeface="Arial"/>
                <a:cs typeface="Arial"/>
              </a:rPr>
              <a:t>RTU2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88860" y="8464801"/>
            <a:ext cx="151955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2580" algn="l"/>
              </a:tabLst>
            </a:pPr>
            <a:r>
              <a:rPr sz="1200" i="1" spc="-50" dirty="0">
                <a:solidFill>
                  <a:srgbClr val="C4C8C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C4C8CF"/>
                </a:solidFill>
                <a:latin typeface="Arial"/>
                <a:cs typeface="Arial"/>
              </a:rPr>
              <a:t>	</a:t>
            </a:r>
            <a:r>
              <a:rPr sz="1200" spc="55" dirty="0">
                <a:solidFill>
                  <a:srgbClr val="464F5B"/>
                </a:solidFill>
                <a:latin typeface="Arial"/>
                <a:cs typeface="Arial"/>
              </a:rPr>
              <a:t>Instrumentation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05194" y="8803425"/>
            <a:ext cx="7366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0" dirty="0">
                <a:solidFill>
                  <a:srgbClr val="0C7CE2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53040" y="8803425"/>
            <a:ext cx="49784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60" dirty="0">
                <a:solidFill>
                  <a:srgbClr val="464F5B"/>
                </a:solidFill>
                <a:latin typeface="Arial"/>
                <a:cs typeface="Arial"/>
              </a:rPr>
              <a:t>Inputs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35530" y="8634113"/>
            <a:ext cx="43942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b="1" spc="-480" dirty="0">
                <a:solidFill>
                  <a:srgbClr val="0C7CE2"/>
                </a:solidFill>
                <a:latin typeface="Arial"/>
                <a:cs typeface="Arial"/>
              </a:rPr>
              <a:t>t•J&gt;•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431733" y="3216127"/>
            <a:ext cx="4650105" cy="687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350" b="1" spc="110" dirty="0">
                <a:solidFill>
                  <a:srgbClr val="AA2A2D"/>
                </a:solidFill>
                <a:latin typeface="Arial"/>
                <a:cs typeface="Arial"/>
              </a:rPr>
              <a:t>Breaking</a:t>
            </a:r>
            <a:r>
              <a:rPr sz="4350" b="1" spc="-21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105" dirty="0">
                <a:solidFill>
                  <a:srgbClr val="AA2A2D"/>
                </a:solidFill>
                <a:latin typeface="Arial"/>
                <a:cs typeface="Arial"/>
              </a:rPr>
              <a:t>the</a:t>
            </a:r>
            <a:r>
              <a:rPr sz="4350" b="1" spc="-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-35" dirty="0">
                <a:solidFill>
                  <a:srgbClr val="AA2A2D"/>
                </a:solidFill>
                <a:latin typeface="Arial"/>
                <a:cs typeface="Arial"/>
              </a:rPr>
              <a:t>Silo</a:t>
            </a:r>
            <a:endParaRPr sz="43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438918" y="4291069"/>
            <a:ext cx="8321040" cy="18478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3970" marR="5080" indent="-1905">
              <a:lnSpc>
                <a:spcPct val="121200"/>
              </a:lnSpc>
              <a:spcBef>
                <a:spcPts val="85"/>
              </a:spcBef>
            </a:pPr>
            <a:r>
              <a:rPr sz="3200" spc="100" dirty="0">
                <a:solidFill>
                  <a:srgbClr val="343F4D"/>
                </a:solidFill>
                <a:latin typeface="Arial"/>
                <a:cs typeface="Arial"/>
              </a:rPr>
              <a:t>Traditional</a:t>
            </a:r>
            <a:r>
              <a:rPr sz="3200" spc="-9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F4D"/>
                </a:solidFill>
                <a:latin typeface="Arial"/>
                <a:cs typeface="Arial"/>
              </a:rPr>
              <a:t>SCADA</a:t>
            </a:r>
            <a:r>
              <a:rPr sz="3200" spc="-4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F4D"/>
                </a:solidFill>
                <a:latin typeface="Arial"/>
                <a:cs typeface="Arial"/>
              </a:rPr>
              <a:t>is</a:t>
            </a:r>
            <a:r>
              <a:rPr sz="3200" spc="-20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343F4D"/>
                </a:solidFill>
                <a:latin typeface="Arial"/>
                <a:cs typeface="Arial"/>
              </a:rPr>
              <a:t>localized</a:t>
            </a:r>
            <a:r>
              <a:rPr sz="3200" spc="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65" dirty="0">
                <a:solidFill>
                  <a:srgbClr val="343F4D"/>
                </a:solidFill>
                <a:latin typeface="Arial"/>
                <a:cs typeface="Arial"/>
              </a:rPr>
              <a:t>and</a:t>
            </a:r>
            <a:r>
              <a:rPr sz="3200" spc="-12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75" dirty="0">
                <a:solidFill>
                  <a:srgbClr val="343F4D"/>
                </a:solidFill>
                <a:latin typeface="Arial"/>
                <a:cs typeface="Arial"/>
              </a:rPr>
              <a:t>reactive. </a:t>
            </a:r>
            <a:r>
              <a:rPr sz="3200" spc="125" dirty="0">
                <a:solidFill>
                  <a:srgbClr val="343F4D"/>
                </a:solidFill>
                <a:latin typeface="Arial"/>
                <a:cs typeface="Arial"/>
              </a:rPr>
              <a:t>Cloud</a:t>
            </a:r>
            <a:r>
              <a:rPr sz="3200" spc="2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43F4D"/>
                </a:solidFill>
                <a:latin typeface="Arial"/>
                <a:cs typeface="Arial"/>
              </a:rPr>
              <a:t>loT</a:t>
            </a:r>
            <a:r>
              <a:rPr sz="3200" spc="2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F4D"/>
                </a:solidFill>
                <a:latin typeface="Arial"/>
                <a:cs typeface="Arial"/>
              </a:rPr>
              <a:t>enables</a:t>
            </a:r>
            <a:r>
              <a:rPr sz="3200" spc="-10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350" b="1" spc="-45" dirty="0">
                <a:solidFill>
                  <a:srgbClr val="032F5E"/>
                </a:solidFill>
                <a:latin typeface="Arial"/>
                <a:cs typeface="Arial"/>
              </a:rPr>
              <a:t>Global</a:t>
            </a:r>
            <a:r>
              <a:rPr sz="3350" b="1" spc="-30" dirty="0">
                <a:solidFill>
                  <a:srgbClr val="032F5E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032F5E"/>
                </a:solidFill>
                <a:latin typeface="Arial"/>
                <a:cs typeface="Arial"/>
              </a:rPr>
              <a:t>Visibility</a:t>
            </a:r>
            <a:r>
              <a:rPr sz="3350" b="1" spc="-10" dirty="0">
                <a:solidFill>
                  <a:srgbClr val="343F4D"/>
                </a:solidFill>
                <a:latin typeface="Arial"/>
                <a:cs typeface="Arial"/>
              </a:rPr>
              <a:t>, </a:t>
            </a:r>
            <a:r>
              <a:rPr sz="3350" b="1" spc="-20" dirty="0">
                <a:solidFill>
                  <a:srgbClr val="032F5E"/>
                </a:solidFill>
                <a:latin typeface="Arial"/>
                <a:cs typeface="Arial"/>
              </a:rPr>
              <a:t>Predictive</a:t>
            </a:r>
            <a:r>
              <a:rPr sz="3350" b="1" spc="-80" dirty="0">
                <a:solidFill>
                  <a:srgbClr val="032F5E"/>
                </a:solidFill>
                <a:latin typeface="Arial"/>
                <a:cs typeface="Arial"/>
              </a:rPr>
              <a:t> </a:t>
            </a:r>
            <a:r>
              <a:rPr sz="3350" b="1" spc="-35" dirty="0">
                <a:solidFill>
                  <a:srgbClr val="032F5E"/>
                </a:solidFill>
                <a:latin typeface="Arial"/>
                <a:cs typeface="Arial"/>
              </a:rPr>
              <a:t>Analytics</a:t>
            </a:r>
            <a:r>
              <a:rPr sz="3350" b="1" spc="-35" dirty="0">
                <a:solidFill>
                  <a:srgbClr val="343F4D"/>
                </a:solidFill>
                <a:latin typeface="Arial"/>
                <a:cs typeface="Arial"/>
              </a:rPr>
              <a:t>,</a:t>
            </a:r>
            <a:r>
              <a:rPr sz="3350" b="1" spc="-59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65" dirty="0">
                <a:solidFill>
                  <a:srgbClr val="343F4D"/>
                </a:solidFill>
                <a:latin typeface="Arial"/>
                <a:cs typeface="Arial"/>
              </a:rPr>
              <a:t>and</a:t>
            </a:r>
            <a:r>
              <a:rPr sz="3200" spc="-19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350" b="1" spc="-105" dirty="0">
                <a:solidFill>
                  <a:srgbClr val="032F5E"/>
                </a:solidFill>
                <a:latin typeface="Arial"/>
                <a:cs typeface="Arial"/>
              </a:rPr>
              <a:t>Elastic</a:t>
            </a:r>
            <a:r>
              <a:rPr sz="3350" b="1" spc="-220" dirty="0">
                <a:solidFill>
                  <a:srgbClr val="032F5E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032F5E"/>
                </a:solidFill>
                <a:latin typeface="Arial"/>
                <a:cs typeface="Arial"/>
              </a:rPr>
              <a:t>Scaling</a:t>
            </a:r>
            <a:r>
              <a:rPr sz="3350" b="1" spc="-10" dirty="0">
                <a:solidFill>
                  <a:srgbClr val="343F4D"/>
                </a:solidFill>
                <a:latin typeface="Arial"/>
                <a:cs typeface="Arial"/>
              </a:rPr>
              <a:t>.</a:t>
            </a:r>
            <a:endParaRPr sz="33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443607" y="6673243"/>
            <a:ext cx="7606030" cy="51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125" dirty="0">
                <a:solidFill>
                  <a:srgbClr val="343F4D"/>
                </a:solidFill>
                <a:latin typeface="Arial"/>
                <a:cs typeface="Arial"/>
              </a:rPr>
              <a:t>Cloud</a:t>
            </a:r>
            <a:r>
              <a:rPr sz="3200" spc="-13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43F4D"/>
                </a:solidFill>
                <a:latin typeface="Arial"/>
                <a:cs typeface="Arial"/>
              </a:rPr>
              <a:t>allows</a:t>
            </a:r>
            <a:r>
              <a:rPr sz="3200" spc="-18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43F4D"/>
                </a:solidFill>
                <a:latin typeface="Arial"/>
                <a:cs typeface="Arial"/>
              </a:rPr>
              <a:t>the</a:t>
            </a:r>
            <a:r>
              <a:rPr sz="3200" spc="14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55" dirty="0">
                <a:solidFill>
                  <a:srgbClr val="343F4D"/>
                </a:solidFill>
                <a:latin typeface="Arial"/>
                <a:cs typeface="Arial"/>
              </a:rPr>
              <a:t>storage</a:t>
            </a:r>
            <a:r>
              <a:rPr sz="3200" spc="-16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343F4D"/>
                </a:solidFill>
                <a:latin typeface="Arial"/>
                <a:cs typeface="Arial"/>
              </a:rPr>
              <a:t>of</a:t>
            </a:r>
            <a:r>
              <a:rPr sz="3200" spc="6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343F4D"/>
                </a:solidFill>
                <a:latin typeface="Arial"/>
                <a:cs typeface="Arial"/>
              </a:rPr>
              <a:t>petabytes</a:t>
            </a:r>
            <a:r>
              <a:rPr sz="3200" spc="-9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45" dirty="0">
                <a:solidFill>
                  <a:srgbClr val="343F4D"/>
                </a:solidFill>
                <a:latin typeface="Arial"/>
                <a:cs typeface="Arial"/>
              </a:rPr>
              <a:t>of</a:t>
            </a:r>
            <a:endParaRPr sz="3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444934" y="7148893"/>
            <a:ext cx="8217534" cy="1285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29200"/>
              </a:lnSpc>
              <a:spcBef>
                <a:spcPts val="95"/>
              </a:spcBef>
            </a:pPr>
            <a:r>
              <a:rPr sz="3200" spc="160" dirty="0">
                <a:solidFill>
                  <a:srgbClr val="343F4D"/>
                </a:solidFill>
                <a:latin typeface="Arial"/>
                <a:cs typeface="Arial"/>
              </a:rPr>
              <a:t>history</a:t>
            </a:r>
            <a:r>
              <a:rPr sz="3200" spc="-23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60" dirty="0">
                <a:solidFill>
                  <a:srgbClr val="343F4D"/>
                </a:solidFill>
                <a:latin typeface="Arial"/>
                <a:cs typeface="Arial"/>
              </a:rPr>
              <a:t>for</a:t>
            </a:r>
            <a:r>
              <a:rPr sz="3200" spc="3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43F4D"/>
                </a:solidFill>
                <a:latin typeface="Arial"/>
                <a:cs typeface="Arial"/>
              </a:rPr>
              <a:t>Machine</a:t>
            </a:r>
            <a:r>
              <a:rPr sz="3200" spc="-2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43F4D"/>
                </a:solidFill>
                <a:latin typeface="Arial"/>
                <a:cs typeface="Arial"/>
              </a:rPr>
              <a:t>Learning</a:t>
            </a:r>
            <a:r>
              <a:rPr sz="3200" spc="-35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204" dirty="0">
                <a:solidFill>
                  <a:srgbClr val="343F4D"/>
                </a:solidFill>
                <a:latin typeface="Arial"/>
                <a:cs typeface="Arial"/>
              </a:rPr>
              <a:t>that</a:t>
            </a:r>
            <a:r>
              <a:rPr sz="3200" spc="-14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343F4D"/>
                </a:solidFill>
                <a:latin typeface="Arial"/>
                <a:cs typeface="Arial"/>
              </a:rPr>
              <a:t>local</a:t>
            </a:r>
            <a:r>
              <a:rPr sz="3200" spc="-13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43F4D"/>
                </a:solidFill>
                <a:latin typeface="Arial"/>
                <a:cs typeface="Arial"/>
              </a:rPr>
              <a:t>PLC </a:t>
            </a:r>
            <a:r>
              <a:rPr sz="3200" spc="150" dirty="0">
                <a:solidFill>
                  <a:srgbClr val="343F4D"/>
                </a:solidFill>
                <a:latin typeface="Arial"/>
                <a:cs typeface="Arial"/>
              </a:rPr>
              <a:t>memory</a:t>
            </a:r>
            <a:r>
              <a:rPr sz="3200" spc="-19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75" dirty="0">
                <a:solidFill>
                  <a:srgbClr val="343F4D"/>
                </a:solidFill>
                <a:latin typeface="Arial"/>
                <a:cs typeface="Arial"/>
              </a:rPr>
              <a:t>simply</a:t>
            </a:r>
            <a:r>
              <a:rPr sz="3200" spc="-204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43F4D"/>
                </a:solidFill>
                <a:latin typeface="Arial"/>
                <a:cs typeface="Arial"/>
              </a:rPr>
              <a:t>cannot</a:t>
            </a:r>
            <a:r>
              <a:rPr sz="3200" spc="-114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43F4D"/>
                </a:solidFill>
                <a:latin typeface="Arial"/>
                <a:cs typeface="Arial"/>
              </a:rPr>
              <a:t>hold.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239" y="1858581"/>
            <a:ext cx="1022506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8401" y="1858581"/>
            <a:ext cx="361810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61904" y="1858581"/>
            <a:ext cx="377540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02368" y="1842831"/>
            <a:ext cx="1447239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8262" y="1842831"/>
            <a:ext cx="1698933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05852" y="1842831"/>
            <a:ext cx="849466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07015" y="1858581"/>
            <a:ext cx="157308" cy="5669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27242" y="1827085"/>
            <a:ext cx="1085429" cy="598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32908" y="1827085"/>
            <a:ext cx="2107936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719496" y="1842831"/>
            <a:ext cx="503387" cy="5827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870027" y="4819574"/>
            <a:ext cx="4499028" cy="376423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29234" y="346582"/>
            <a:ext cx="0" cy="1165860"/>
          </a:xfrm>
          <a:custGeom>
            <a:avLst/>
            <a:gdLst/>
            <a:ahLst/>
            <a:cxnLst/>
            <a:rect l="l" t="t" r="r" b="b"/>
            <a:pathLst>
              <a:path h="1165860">
                <a:moveTo>
                  <a:pt x="0" y="11654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1091" y="330832"/>
            <a:ext cx="0" cy="1189355"/>
          </a:xfrm>
          <a:custGeom>
            <a:avLst/>
            <a:gdLst/>
            <a:ahLst/>
            <a:cxnLst/>
            <a:rect l="l" t="t" r="r" b="b"/>
            <a:pathLst>
              <a:path h="1189355">
                <a:moveTo>
                  <a:pt x="0" y="1189122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30861" y="6575692"/>
            <a:ext cx="0" cy="882015"/>
          </a:xfrm>
          <a:custGeom>
            <a:avLst/>
            <a:gdLst/>
            <a:ahLst/>
            <a:cxnLst/>
            <a:rect l="l" t="t" r="r" b="b"/>
            <a:pathLst>
              <a:path h="882015">
                <a:moveTo>
                  <a:pt x="0" y="88199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22996" y="5575569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86624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861302" y="6567817"/>
            <a:ext cx="0" cy="882015"/>
          </a:xfrm>
          <a:custGeom>
            <a:avLst/>
            <a:gdLst/>
            <a:ahLst/>
            <a:cxnLst/>
            <a:rect l="l" t="t" r="r" b="b"/>
            <a:pathLst>
              <a:path h="882015">
                <a:moveTo>
                  <a:pt x="0" y="88199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861302" y="6174068"/>
            <a:ext cx="0" cy="267970"/>
          </a:xfrm>
          <a:custGeom>
            <a:avLst/>
            <a:gdLst/>
            <a:ahLst/>
            <a:cxnLst/>
            <a:rect l="l" t="t" r="r" b="b"/>
            <a:pathLst>
              <a:path h="267970">
                <a:moveTo>
                  <a:pt x="0" y="26774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861302" y="5575569"/>
            <a:ext cx="0" cy="346710"/>
          </a:xfrm>
          <a:custGeom>
            <a:avLst/>
            <a:gdLst/>
            <a:ahLst/>
            <a:cxnLst/>
            <a:rect l="l" t="t" r="r" b="b"/>
            <a:pathLst>
              <a:path h="346710">
                <a:moveTo>
                  <a:pt x="0" y="3464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1369" y="1512079"/>
            <a:ext cx="1785620" cy="0"/>
          </a:xfrm>
          <a:custGeom>
            <a:avLst/>
            <a:gdLst/>
            <a:ahLst/>
            <a:cxnLst/>
            <a:rect l="l" t="t" r="r" b="b"/>
            <a:pathLst>
              <a:path w="1785620">
                <a:moveTo>
                  <a:pt x="0" y="0"/>
                </a:moveTo>
                <a:lnTo>
                  <a:pt x="1785452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715130" y="5599194"/>
            <a:ext cx="3162300" cy="0"/>
          </a:xfrm>
          <a:custGeom>
            <a:avLst/>
            <a:gdLst/>
            <a:ahLst/>
            <a:cxnLst/>
            <a:rect l="l" t="t" r="r" b="b"/>
            <a:pathLst>
              <a:path w="3162300">
                <a:moveTo>
                  <a:pt x="0" y="0"/>
                </a:moveTo>
                <a:lnTo>
                  <a:pt x="3161903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722996" y="6441817"/>
            <a:ext cx="3154045" cy="0"/>
          </a:xfrm>
          <a:custGeom>
            <a:avLst/>
            <a:gdLst/>
            <a:ahLst/>
            <a:cxnLst/>
            <a:rect l="l" t="t" r="r" b="b"/>
            <a:pathLst>
              <a:path w="3154044">
                <a:moveTo>
                  <a:pt x="0" y="0"/>
                </a:moveTo>
                <a:lnTo>
                  <a:pt x="315403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715130" y="6591442"/>
            <a:ext cx="3162300" cy="0"/>
          </a:xfrm>
          <a:custGeom>
            <a:avLst/>
            <a:gdLst/>
            <a:ahLst/>
            <a:cxnLst/>
            <a:rect l="l" t="t" r="r" b="b"/>
            <a:pathLst>
              <a:path w="3162300">
                <a:moveTo>
                  <a:pt x="0" y="0"/>
                </a:moveTo>
                <a:lnTo>
                  <a:pt x="3161903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043298" y="7441940"/>
            <a:ext cx="833755" cy="0"/>
          </a:xfrm>
          <a:custGeom>
            <a:avLst/>
            <a:gdLst/>
            <a:ahLst/>
            <a:cxnLst/>
            <a:rect l="l" t="t" r="r" b="b"/>
            <a:pathLst>
              <a:path w="833755">
                <a:moveTo>
                  <a:pt x="0" y="0"/>
                </a:moveTo>
                <a:lnTo>
                  <a:pt x="833735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37099" y="755193"/>
            <a:ext cx="175006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sz="1950" spc="9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50" spc="8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spc="70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spc="39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50" spc="7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6103" y="4207505"/>
            <a:ext cx="6069330" cy="158877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965"/>
              </a:spcBef>
            </a:pPr>
            <a:r>
              <a:rPr sz="4350" b="1" spc="90" dirty="0">
                <a:solidFill>
                  <a:srgbClr val="AA2A2D"/>
                </a:solidFill>
                <a:latin typeface="Arial"/>
                <a:cs typeface="Arial"/>
              </a:rPr>
              <a:t>Three</a:t>
            </a:r>
            <a:r>
              <a:rPr sz="4350" b="1" spc="-29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dirty="0">
                <a:solidFill>
                  <a:srgbClr val="AA2A2D"/>
                </a:solidFill>
                <a:latin typeface="Arial"/>
                <a:cs typeface="Arial"/>
              </a:rPr>
              <a:t>Tier</a:t>
            </a:r>
            <a:r>
              <a:rPr sz="4350" b="1" spc="-9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120" dirty="0">
                <a:solidFill>
                  <a:srgbClr val="AA2A2D"/>
                </a:solidFill>
                <a:latin typeface="Arial"/>
                <a:cs typeface="Arial"/>
              </a:rPr>
              <a:t>Separation</a:t>
            </a:r>
            <a:endParaRPr sz="4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744855" algn="l"/>
              </a:tabLst>
            </a:pPr>
            <a:r>
              <a:rPr sz="4450" spc="155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450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350" spc="-65" dirty="0">
                <a:solidFill>
                  <a:srgbClr val="05315D"/>
                </a:solidFill>
                <a:latin typeface="Arial"/>
                <a:cs typeface="Arial"/>
              </a:rPr>
              <a:t>Edge:</a:t>
            </a:r>
            <a:r>
              <a:rPr sz="3350" spc="-450" dirty="0">
                <a:solidFill>
                  <a:srgbClr val="05315D"/>
                </a:solidFill>
                <a:latin typeface="Arial"/>
                <a:cs typeface="Arial"/>
              </a:rPr>
              <a:t> </a:t>
            </a:r>
            <a:r>
              <a:rPr sz="3350" spc="-70" dirty="0">
                <a:solidFill>
                  <a:srgbClr val="343D4B"/>
                </a:solidFill>
                <a:latin typeface="Arial"/>
                <a:cs typeface="Arial"/>
              </a:rPr>
              <a:t>Sensors</a:t>
            </a:r>
            <a:r>
              <a:rPr sz="3350" spc="-14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350" dirty="0">
                <a:solidFill>
                  <a:srgbClr val="343D4B"/>
                </a:solidFill>
                <a:latin typeface="Arial"/>
                <a:cs typeface="Arial"/>
              </a:rPr>
              <a:t>&amp;</a:t>
            </a:r>
            <a:r>
              <a:rPr sz="3350" spc="3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350" spc="-90" dirty="0">
                <a:solidFill>
                  <a:srgbClr val="343D4B"/>
                </a:solidFill>
                <a:latin typeface="Arial"/>
                <a:cs typeface="Arial"/>
              </a:rPr>
              <a:t>Local</a:t>
            </a:r>
            <a:r>
              <a:rPr sz="3350" spc="-18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350" spc="-10" dirty="0">
                <a:solidFill>
                  <a:srgbClr val="343D4B"/>
                </a:solidFill>
                <a:latin typeface="Arial"/>
                <a:cs typeface="Arial"/>
              </a:rPr>
              <a:t>Logic.</a:t>
            </a:r>
            <a:endParaRPr sz="3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1755" y="5770771"/>
            <a:ext cx="8256905" cy="231330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450"/>
              </a:spcBef>
              <a:tabLst>
                <a:tab pos="900430" algn="l"/>
              </a:tabLst>
            </a:pPr>
            <a:r>
              <a:rPr sz="4450" spc="-50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450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350" spc="155" dirty="0">
                <a:solidFill>
                  <a:srgbClr val="05315D"/>
                </a:solidFill>
                <a:latin typeface="Arial"/>
                <a:cs typeface="Arial"/>
              </a:rPr>
              <a:t>Platform:</a:t>
            </a:r>
            <a:r>
              <a:rPr sz="3350" spc="-235" dirty="0">
                <a:solidFill>
                  <a:srgbClr val="05315D"/>
                </a:solidFill>
                <a:latin typeface="Arial"/>
                <a:cs typeface="Arial"/>
              </a:rPr>
              <a:t> </a:t>
            </a:r>
            <a:r>
              <a:rPr sz="3350" dirty="0">
                <a:solidFill>
                  <a:srgbClr val="343D4B"/>
                </a:solidFill>
                <a:latin typeface="Arial"/>
                <a:cs typeface="Arial"/>
              </a:rPr>
              <a:t>Ingestion,</a:t>
            </a:r>
            <a:r>
              <a:rPr sz="3350" spc="-204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350" spc="-60" dirty="0">
                <a:solidFill>
                  <a:srgbClr val="343D4B"/>
                </a:solidFill>
                <a:latin typeface="Arial"/>
                <a:cs typeface="Arial"/>
              </a:rPr>
              <a:t>Storage,</a:t>
            </a:r>
            <a:r>
              <a:rPr sz="3350" spc="-16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350" spc="-10" dirty="0">
                <a:solidFill>
                  <a:srgbClr val="343D4B"/>
                </a:solidFill>
                <a:latin typeface="Arial"/>
                <a:cs typeface="Arial"/>
              </a:rPr>
              <a:t>Security.</a:t>
            </a:r>
            <a:endParaRPr sz="3350">
              <a:latin typeface="Arial"/>
              <a:cs typeface="Arial"/>
            </a:endParaRPr>
          </a:p>
          <a:p>
            <a:pPr marL="909955" marR="5080" indent="-897890">
              <a:lnSpc>
                <a:spcPct val="111200"/>
              </a:lnSpc>
              <a:spcBef>
                <a:spcPts val="760"/>
              </a:spcBef>
              <a:tabLst>
                <a:tab pos="909955" algn="l"/>
              </a:tabLst>
            </a:pPr>
            <a:r>
              <a:rPr sz="4450" spc="145" dirty="0">
                <a:solidFill>
                  <a:srgbClr val="AA2A2D"/>
                </a:solidFill>
                <a:latin typeface="Arial"/>
                <a:cs typeface="Arial"/>
              </a:rPr>
              <a:t>0</a:t>
            </a:r>
            <a:r>
              <a:rPr sz="4450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350" spc="125" dirty="0">
                <a:solidFill>
                  <a:srgbClr val="05315D"/>
                </a:solidFill>
                <a:latin typeface="Arial"/>
                <a:cs typeface="Arial"/>
              </a:rPr>
              <a:t>Application:</a:t>
            </a:r>
            <a:r>
              <a:rPr sz="3350" spc="-240" dirty="0">
                <a:solidFill>
                  <a:srgbClr val="05315D"/>
                </a:solidFill>
                <a:latin typeface="Arial"/>
                <a:cs typeface="Arial"/>
              </a:rPr>
              <a:t> </a:t>
            </a:r>
            <a:r>
              <a:rPr sz="3350" spc="-20" dirty="0">
                <a:solidFill>
                  <a:srgbClr val="343D4B"/>
                </a:solidFill>
                <a:latin typeface="Arial"/>
                <a:cs typeface="Arial"/>
              </a:rPr>
              <a:t>Dashboards,</a:t>
            </a:r>
            <a:r>
              <a:rPr sz="3350" spc="-14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350" spc="85" dirty="0">
                <a:solidFill>
                  <a:srgbClr val="343D4B"/>
                </a:solidFill>
                <a:latin typeface="Arial"/>
                <a:cs typeface="Arial"/>
              </a:rPr>
              <a:t>Mobile,</a:t>
            </a:r>
            <a:r>
              <a:rPr sz="3350" spc="-32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350" spc="-90" dirty="0">
                <a:solidFill>
                  <a:srgbClr val="343D4B"/>
                </a:solidFill>
                <a:latin typeface="Arial"/>
                <a:cs typeface="Arial"/>
              </a:rPr>
              <a:t>ERP </a:t>
            </a:r>
            <a:r>
              <a:rPr sz="3350" spc="-10" dirty="0">
                <a:solidFill>
                  <a:srgbClr val="343D4B"/>
                </a:solidFill>
                <a:latin typeface="Arial"/>
                <a:cs typeface="Arial"/>
              </a:rPr>
              <a:t>Link.</a:t>
            </a:r>
            <a:endParaRPr sz="33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949864" y="5795183"/>
            <a:ext cx="4716145" cy="459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66545" algn="l"/>
                <a:tab pos="1871980" algn="l"/>
              </a:tabLst>
            </a:pPr>
            <a:r>
              <a:rPr sz="1400" u="sng" dirty="0">
                <a:solidFill>
                  <a:srgbClr val="DFC1A8"/>
                </a:solidFill>
                <a:uFill>
                  <a:solidFill>
                    <a:srgbClr val="DEC0A7"/>
                  </a:solidFill>
                </a:uFill>
                <a:latin typeface="Times New Roman"/>
                <a:cs typeface="Times New Roman"/>
              </a:rPr>
              <a:t>	.</a:t>
            </a:r>
            <a:r>
              <a:rPr sz="1400" u="sng" spc="500" dirty="0">
                <a:solidFill>
                  <a:srgbClr val="DFC1A8"/>
                </a:solidFill>
                <a:uFill>
                  <a:solidFill>
                    <a:srgbClr val="DEC0A7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none" dirty="0">
                <a:solidFill>
                  <a:srgbClr val="DFC1A8"/>
                </a:solidFill>
                <a:latin typeface="Times New Roman"/>
                <a:cs typeface="Times New Roman"/>
              </a:rPr>
              <a:t>	</a:t>
            </a:r>
            <a:r>
              <a:rPr sz="1400" u="none" dirty="0">
                <a:solidFill>
                  <a:srgbClr val="0F0F0F"/>
                </a:solidFill>
                <a:latin typeface="Times New Roman"/>
                <a:cs typeface="Times New Roman"/>
              </a:rPr>
              <a:t>Responsible</a:t>
            </a:r>
            <a:r>
              <a:rPr sz="1400" u="none" spc="-7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u="none" dirty="0">
                <a:solidFill>
                  <a:srgbClr val="212121"/>
                </a:solidFill>
                <a:latin typeface="Times New Roman"/>
                <a:cs typeface="Times New Roman"/>
              </a:rPr>
              <a:t>for</a:t>
            </a:r>
            <a:r>
              <a:rPr sz="1400" u="none" spc="7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u="none" dirty="0">
                <a:solidFill>
                  <a:srgbClr val="0F0F0F"/>
                </a:solidFill>
                <a:latin typeface="Times New Roman"/>
                <a:cs typeface="Times New Roman"/>
              </a:rPr>
              <a:t>delivering</a:t>
            </a:r>
            <a:r>
              <a:rPr sz="1400" u="none" spc="-10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u="none" spc="-10" dirty="0">
                <a:solidFill>
                  <a:srgbClr val="212121"/>
                </a:solidFill>
                <a:latin typeface="Times New Roman"/>
                <a:cs typeface="Times New Roman"/>
              </a:rPr>
              <a:t>application</a:t>
            </a:r>
            <a:endParaRPr sz="1400">
              <a:latin typeface="Times New Roman"/>
              <a:cs typeface="Times New Roman"/>
            </a:endParaRPr>
          </a:p>
          <a:p>
            <a:pPr marL="1874520">
              <a:lnSpc>
                <a:spcPct val="100000"/>
              </a:lnSpc>
              <a:spcBef>
                <a:spcPts val="55"/>
              </a:spcBef>
            </a:pPr>
            <a:r>
              <a:rPr sz="1400" dirty="0">
                <a:solidFill>
                  <a:srgbClr val="212121"/>
                </a:solidFill>
                <a:latin typeface="Times New Roman"/>
                <a:cs typeface="Times New Roman"/>
              </a:rPr>
              <a:t>services</a:t>
            </a:r>
            <a:r>
              <a:rPr sz="1400" spc="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sz="1350" spc="204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theusers</a:t>
            </a:r>
            <a:r>
              <a:rPr sz="1400" spc="-2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12121"/>
                </a:solidFill>
                <a:latin typeface="Times New Roman"/>
                <a:cs typeface="Times New Roman"/>
              </a:rPr>
              <a:t>via</a:t>
            </a:r>
            <a:r>
              <a:rPr sz="1400" spc="8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user</a:t>
            </a:r>
            <a:r>
              <a:rPr sz="1400" spc="2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F0F0F"/>
                </a:solidFill>
                <a:latin typeface="Times New Roman"/>
                <a:cs typeface="Times New Roman"/>
              </a:rPr>
              <a:t>interfaces</a:t>
            </a:r>
            <a:r>
              <a:rPr sz="1400" spc="-10" dirty="0">
                <a:solidFill>
                  <a:srgbClr val="343D4B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742660" y="6582681"/>
            <a:ext cx="3107055" cy="88391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5565" marR="426720" indent="3175">
              <a:lnSpc>
                <a:spcPct val="100899"/>
              </a:lnSpc>
              <a:spcBef>
                <a:spcPts val="80"/>
              </a:spcBef>
            </a:pPr>
            <a:r>
              <a:rPr sz="1400" dirty="0">
                <a:solidFill>
                  <a:srgbClr val="212121"/>
                </a:solidFill>
                <a:latin typeface="Times New Roman"/>
                <a:cs typeface="Times New Roman"/>
              </a:rPr>
              <a:t>Respon</a:t>
            </a:r>
            <a:r>
              <a:rPr sz="1400" dirty="0">
                <a:solidFill>
                  <a:srgbClr val="343D4B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212121"/>
                </a:solidFill>
                <a:latin typeface="Times New Roman"/>
                <a:cs typeface="Times New Roman"/>
              </a:rPr>
              <a:t>ible</a:t>
            </a:r>
            <a:r>
              <a:rPr sz="1400" spc="-9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12121"/>
                </a:solidFill>
                <a:latin typeface="Times New Roman"/>
                <a:cs typeface="Times New Roman"/>
              </a:rPr>
              <a:t>for</a:t>
            </a:r>
            <a:r>
              <a:rPr sz="1400" spc="6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12121"/>
                </a:solidFill>
                <a:latin typeface="Times New Roman"/>
                <a:cs typeface="Times New Roman"/>
              </a:rPr>
              <a:t>connecting</a:t>
            </a:r>
            <a:r>
              <a:rPr sz="1400" spc="-5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12121"/>
                </a:solidFill>
                <a:latin typeface="Times New Roman"/>
                <a:cs typeface="Times New Roman"/>
              </a:rPr>
              <a:t>to</a:t>
            </a:r>
            <a:r>
              <a:rPr sz="1350" spc="2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212121"/>
                </a:solidFill>
                <a:latin typeface="Times New Roman"/>
                <a:cs typeface="Times New Roman"/>
              </a:rPr>
              <a:t>other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devices</a:t>
            </a:r>
            <a:r>
              <a:rPr sz="1400" spc="-1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12121"/>
                </a:solidFill>
                <a:latin typeface="Times New Roman"/>
                <a:cs typeface="Times New Roman"/>
              </a:rPr>
              <a:t>or</a:t>
            </a:r>
            <a:r>
              <a:rPr sz="1400" spc="14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12121"/>
                </a:solidFill>
                <a:latin typeface="Times New Roman"/>
                <a:cs typeface="Times New Roman"/>
              </a:rPr>
              <a:t>servers</a:t>
            </a:r>
            <a:r>
              <a:rPr sz="1400" dirty="0">
                <a:solidFill>
                  <a:srgbClr val="494949"/>
                </a:solidFill>
                <a:latin typeface="Times New Roman"/>
                <a:cs typeface="Times New Roman"/>
              </a:rPr>
              <a:t>.</a:t>
            </a:r>
            <a:r>
              <a:rPr sz="1400" spc="-16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Also</a:t>
            </a:r>
            <a:r>
              <a:rPr sz="1400" spc="-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F0F0F"/>
                </a:solidFill>
                <a:latin typeface="Times New Roman"/>
                <a:cs typeface="Times New Roman"/>
              </a:rPr>
              <a:t>includes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transmitting</a:t>
            </a:r>
            <a:r>
              <a:rPr sz="1400" spc="-6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sz="1400" spc="-3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processing</a:t>
            </a:r>
            <a:r>
              <a:rPr sz="1400" spc="12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1400" spc="-9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F0F0F"/>
                </a:solidFill>
                <a:latin typeface="Times New Roman"/>
                <a:cs typeface="Times New Roman"/>
              </a:rPr>
              <a:t>data </a:t>
            </a:r>
            <a:r>
              <a:rPr sz="1400" u="sng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sz="1400" u="sng" spc="-20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10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Times New Roman"/>
                <a:cs typeface="Times New Roman"/>
              </a:rPr>
              <a:t>sensors.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642019" y="6795306"/>
            <a:ext cx="10210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305" dirty="0">
                <a:solidFill>
                  <a:srgbClr val="B5BAA3"/>
                </a:solidFill>
                <a:latin typeface="Times New Roman"/>
                <a:cs typeface="Times New Roman"/>
              </a:rPr>
              <a:t>_</a:t>
            </a:r>
            <a:r>
              <a:rPr sz="1400" spc="-65" dirty="0">
                <a:solidFill>
                  <a:srgbClr val="B5BAA3"/>
                </a:solidFill>
                <a:latin typeface="Times New Roman"/>
                <a:cs typeface="Times New Roman"/>
              </a:rPr>
              <a:t> </a:t>
            </a:r>
            <a:r>
              <a:rPr sz="1400" spc="-305" dirty="0">
                <a:solidFill>
                  <a:srgbClr val="B5BAA3"/>
                </a:solidFill>
                <a:latin typeface="Times New Roman"/>
                <a:cs typeface="Times New Roman"/>
              </a:rPr>
              <a:t>_</a:t>
            </a:r>
            <a:r>
              <a:rPr sz="1400" spc="-125" dirty="0">
                <a:solidFill>
                  <a:srgbClr val="B5BAA3"/>
                </a:solidFill>
                <a:latin typeface="Times New Roman"/>
                <a:cs typeface="Times New Roman"/>
              </a:rPr>
              <a:t> </a:t>
            </a:r>
            <a:r>
              <a:rPr sz="1400" spc="-85" dirty="0">
                <a:solidFill>
                  <a:srgbClr val="B5BAA3"/>
                </a:solidFill>
                <a:latin typeface="Times New Roman"/>
                <a:cs typeface="Times New Roman"/>
              </a:rPr>
              <a:t>__</a:t>
            </a:r>
            <a:r>
              <a:rPr sz="1400" spc="-85" dirty="0">
                <a:solidFill>
                  <a:srgbClr val="CFCDBD"/>
                </a:solidFill>
                <a:latin typeface="Times New Roman"/>
                <a:cs typeface="Times New Roman"/>
              </a:rPr>
              <a:t>_</a:t>
            </a:r>
            <a:r>
              <a:rPr sz="1400" spc="-85" dirty="0">
                <a:solidFill>
                  <a:srgbClr val="B5BAA3"/>
                </a:solidFill>
                <a:latin typeface="Times New Roman"/>
                <a:cs typeface="Times New Roman"/>
              </a:rPr>
              <a:t>_</a:t>
            </a:r>
            <a:r>
              <a:rPr sz="1400" spc="-130" dirty="0">
                <a:solidFill>
                  <a:srgbClr val="B5BAA3"/>
                </a:solidFill>
                <a:latin typeface="Times New Roman"/>
                <a:cs typeface="Times New Roman"/>
              </a:rPr>
              <a:t> </a:t>
            </a:r>
            <a:r>
              <a:rPr sz="1400" spc="-245" dirty="0">
                <a:solidFill>
                  <a:srgbClr val="CFCDBD"/>
                </a:solidFill>
                <a:latin typeface="Times New Roman"/>
                <a:cs typeface="Times New Roman"/>
              </a:rPr>
              <a:t>_</a:t>
            </a:r>
            <a:r>
              <a:rPr sz="1400" spc="-130" dirty="0">
                <a:solidFill>
                  <a:srgbClr val="CFCDBD"/>
                </a:solidFill>
                <a:latin typeface="Times New Roman"/>
                <a:cs typeface="Times New Roman"/>
              </a:rPr>
              <a:t> </a:t>
            </a:r>
            <a:r>
              <a:rPr sz="1400" spc="-245" dirty="0">
                <a:solidFill>
                  <a:srgbClr val="B5BAA3"/>
                </a:solidFill>
                <a:latin typeface="Times New Roman"/>
                <a:cs typeface="Times New Roman"/>
              </a:rPr>
              <a:t>_</a:t>
            </a:r>
            <a:r>
              <a:rPr sz="1400" spc="-130" dirty="0">
                <a:solidFill>
                  <a:srgbClr val="B5BAA3"/>
                </a:solidFill>
                <a:latin typeface="Times New Roman"/>
                <a:cs typeface="Times New Roman"/>
              </a:rPr>
              <a:t> </a:t>
            </a:r>
            <a:r>
              <a:rPr sz="1400" spc="-105" dirty="0">
                <a:solidFill>
                  <a:srgbClr val="B5BAA3"/>
                </a:solidFill>
                <a:latin typeface="Times New Roman"/>
                <a:cs typeface="Times New Roman"/>
              </a:rPr>
              <a:t>___</a:t>
            </a:r>
            <a:r>
              <a:rPr sz="1400" spc="-120" dirty="0">
                <a:solidFill>
                  <a:srgbClr val="B5BAA3"/>
                </a:solidFill>
                <a:latin typeface="Times New Roman"/>
                <a:cs typeface="Times New Roman"/>
              </a:rPr>
              <a:t> </a:t>
            </a:r>
            <a:r>
              <a:rPr sz="1400" spc="-355" dirty="0">
                <a:solidFill>
                  <a:srgbClr val="B5BAA3"/>
                </a:solidFill>
                <a:latin typeface="Times New Roman"/>
                <a:cs typeface="Times New Roman"/>
              </a:rPr>
              <a:t>_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153275" y="7787553"/>
            <a:ext cx="50990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45" dirty="0">
                <a:solidFill>
                  <a:srgbClr val="A16E70"/>
                </a:solidFill>
                <a:latin typeface="Times New Roman"/>
                <a:cs typeface="Times New Roman"/>
              </a:rPr>
              <a:t>_</a:t>
            </a:r>
            <a:r>
              <a:rPr sz="1400" spc="-135" dirty="0">
                <a:solidFill>
                  <a:srgbClr val="A16E70"/>
                </a:solidFill>
                <a:latin typeface="Times New Roman"/>
                <a:cs typeface="Times New Roman"/>
              </a:rPr>
              <a:t> </a:t>
            </a:r>
            <a:r>
              <a:rPr sz="1400" spc="-245" dirty="0">
                <a:solidFill>
                  <a:srgbClr val="A16E70"/>
                </a:solidFill>
                <a:latin typeface="Times New Roman"/>
                <a:cs typeface="Times New Roman"/>
              </a:rPr>
              <a:t>_</a:t>
            </a:r>
            <a:r>
              <a:rPr sz="1400" spc="-135" dirty="0">
                <a:solidFill>
                  <a:srgbClr val="A16E70"/>
                </a:solidFill>
                <a:latin typeface="Times New Roman"/>
                <a:cs typeface="Times New Roman"/>
              </a:rPr>
              <a:t> </a:t>
            </a:r>
            <a:r>
              <a:rPr sz="1400" spc="-305" dirty="0">
                <a:solidFill>
                  <a:srgbClr val="A16E70"/>
                </a:solidFill>
                <a:latin typeface="Times New Roman"/>
                <a:cs typeface="Times New Roman"/>
              </a:rPr>
              <a:t>_</a:t>
            </a:r>
            <a:r>
              <a:rPr sz="1400" spc="-130" dirty="0">
                <a:solidFill>
                  <a:srgbClr val="A16E70"/>
                </a:solidFill>
                <a:latin typeface="Times New Roman"/>
                <a:cs typeface="Times New Roman"/>
              </a:rPr>
              <a:t> </a:t>
            </a:r>
            <a:r>
              <a:rPr sz="1400" spc="-245" dirty="0">
                <a:solidFill>
                  <a:srgbClr val="A16E70"/>
                </a:solidFill>
                <a:latin typeface="Times New Roman"/>
                <a:cs typeface="Times New Roman"/>
              </a:rPr>
              <a:t>_</a:t>
            </a:r>
            <a:r>
              <a:rPr sz="1400" spc="-130" dirty="0">
                <a:solidFill>
                  <a:srgbClr val="A16E70"/>
                </a:solidFill>
                <a:latin typeface="Times New Roman"/>
                <a:cs typeface="Times New Roman"/>
              </a:rPr>
              <a:t> </a:t>
            </a:r>
            <a:r>
              <a:rPr sz="1400" spc="-245" dirty="0">
                <a:solidFill>
                  <a:srgbClr val="A16E70"/>
                </a:solidFill>
                <a:latin typeface="Times New Roman"/>
                <a:cs typeface="Times New Roman"/>
              </a:rPr>
              <a:t>_</a:t>
            </a:r>
            <a:r>
              <a:rPr sz="1400" spc="-135" dirty="0">
                <a:solidFill>
                  <a:srgbClr val="A16E70"/>
                </a:solidFill>
                <a:latin typeface="Times New Roman"/>
                <a:cs typeface="Times New Roman"/>
              </a:rPr>
              <a:t> </a:t>
            </a:r>
            <a:r>
              <a:rPr sz="1400" spc="-145" dirty="0">
                <a:solidFill>
                  <a:srgbClr val="A16E70"/>
                </a:solidFill>
                <a:latin typeface="Times New Roman"/>
                <a:cs typeface="Times New Roman"/>
              </a:rPr>
              <a:t>_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730861" y="7591564"/>
            <a:ext cx="3130550" cy="842644"/>
          </a:xfrm>
          <a:prstGeom prst="rect">
            <a:avLst/>
          </a:prstGeom>
          <a:ln w="23596">
            <a:solidFill>
              <a:srgbClr val="000000"/>
            </a:solidFill>
          </a:ln>
        </p:spPr>
        <p:txBody>
          <a:bodyPr vert="horz" wrap="square" lIns="0" tIns="200660" rIns="0" bIns="0" rtlCol="0">
            <a:spAutoFit/>
          </a:bodyPr>
          <a:lstStyle/>
          <a:p>
            <a:pPr marL="93345" marR="470534" indent="-3810">
              <a:lnSpc>
                <a:spcPct val="103299"/>
              </a:lnSpc>
              <a:spcBef>
                <a:spcPts val="1580"/>
              </a:spcBef>
            </a:pPr>
            <a:r>
              <a:rPr sz="1400" spc="-60" dirty="0">
                <a:solidFill>
                  <a:srgbClr val="212121"/>
                </a:solidFill>
                <a:latin typeface="Times New Roman"/>
                <a:cs typeface="Times New Roman"/>
              </a:rPr>
              <a:t>Is</a:t>
            </a:r>
            <a:r>
              <a:rPr sz="1400" spc="40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1400" spc="-16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physical</a:t>
            </a:r>
            <a:r>
              <a:rPr sz="1400" spc="-1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layer</a:t>
            </a:r>
            <a:r>
              <a:rPr sz="1400" spc="-10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F0F0F"/>
                </a:solidFill>
                <a:latin typeface="Times New Roman"/>
                <a:cs typeface="Times New Roman"/>
              </a:rPr>
              <a:t>which</a:t>
            </a:r>
            <a:r>
              <a:rPr sz="1400" spc="-14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u="sng" spc="-10" dirty="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Times New Roman"/>
                <a:cs typeface="Times New Roman"/>
              </a:rPr>
              <a:t>contains</a:t>
            </a:r>
            <a:r>
              <a:rPr sz="1400" u="none" spc="-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u="none" dirty="0">
                <a:solidFill>
                  <a:srgbClr val="0F0F0F"/>
                </a:solidFill>
                <a:latin typeface="Times New Roman"/>
                <a:cs typeface="Times New Roman"/>
              </a:rPr>
              <a:t>sensors</a:t>
            </a:r>
            <a:r>
              <a:rPr sz="1400" u="none" spc="-8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350" u="none" spc="50" dirty="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sz="1350" u="none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400" u="none" dirty="0">
                <a:solidFill>
                  <a:srgbClr val="212121"/>
                </a:solidFill>
                <a:latin typeface="Times New Roman"/>
                <a:cs typeface="Times New Roman"/>
              </a:rPr>
              <a:t>gather</a:t>
            </a:r>
            <a:r>
              <a:rPr sz="1400" u="none" spc="-5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400" u="none" spc="-20" dirty="0">
                <a:solidFill>
                  <a:srgbClr val="0F0F0F"/>
                </a:solidFill>
                <a:latin typeface="Times New Roman"/>
                <a:cs typeface="Times New Roman"/>
              </a:rPr>
              <a:t>data</a:t>
            </a:r>
            <a:r>
              <a:rPr sz="1400" u="none" spc="-20" dirty="0">
                <a:solidFill>
                  <a:srgbClr val="343D4B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27085"/>
            <a:ext cx="2768632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7566" y="1827085"/>
            <a:ext cx="2721440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1930" y="1842831"/>
            <a:ext cx="1022506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8935" y="1842831"/>
            <a:ext cx="1148353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90215" y="1842831"/>
            <a:ext cx="2186591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39730" y="1827085"/>
            <a:ext cx="566311" cy="598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84695" y="1827085"/>
            <a:ext cx="440464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93318" y="4835324"/>
            <a:ext cx="424733" cy="409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68680" y="4520324"/>
            <a:ext cx="267424" cy="110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18100" y="4764449"/>
            <a:ext cx="755081" cy="11733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09191" y="4520324"/>
            <a:ext cx="251693" cy="110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58611" y="4772324"/>
            <a:ext cx="849466" cy="116549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849703" y="4520324"/>
            <a:ext cx="251693" cy="110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362046" y="4851073"/>
            <a:ext cx="361810" cy="299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14854" y="5717321"/>
            <a:ext cx="251693" cy="2204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61857" y="6977318"/>
            <a:ext cx="6890121" cy="148049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624875" y="8568063"/>
            <a:ext cx="1179815" cy="110249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01183" y="5244820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4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1972" y="5339320"/>
            <a:ext cx="0" cy="267970"/>
          </a:xfrm>
          <a:custGeom>
            <a:avLst/>
            <a:gdLst/>
            <a:ahLst/>
            <a:cxnLst/>
            <a:rect l="l" t="t" r="r" b="b"/>
            <a:pathLst>
              <a:path h="267970">
                <a:moveTo>
                  <a:pt x="0" y="26774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97866" y="4378572"/>
            <a:ext cx="0" cy="2047875"/>
          </a:xfrm>
          <a:custGeom>
            <a:avLst/>
            <a:gdLst/>
            <a:ahLst/>
            <a:cxnLst/>
            <a:rect l="l" t="t" r="r" b="b"/>
            <a:pathLst>
              <a:path h="2047875">
                <a:moveTo>
                  <a:pt x="0" y="204749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38377" y="4410072"/>
            <a:ext cx="0" cy="2016125"/>
          </a:xfrm>
          <a:custGeom>
            <a:avLst/>
            <a:gdLst/>
            <a:ahLst/>
            <a:cxnLst/>
            <a:rect l="l" t="t" r="r" b="b"/>
            <a:pathLst>
              <a:path h="2016125">
                <a:moveTo>
                  <a:pt x="0" y="201599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78888" y="4410072"/>
            <a:ext cx="0" cy="2016125"/>
          </a:xfrm>
          <a:custGeom>
            <a:avLst/>
            <a:gdLst/>
            <a:ahLst/>
            <a:cxnLst/>
            <a:rect l="l" t="t" r="r" b="b"/>
            <a:pathLst>
              <a:path h="2016125">
                <a:moveTo>
                  <a:pt x="0" y="201599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46312" y="5150320"/>
            <a:ext cx="0" cy="567055"/>
          </a:xfrm>
          <a:custGeom>
            <a:avLst/>
            <a:gdLst/>
            <a:ahLst/>
            <a:cxnLst/>
            <a:rect l="l" t="t" r="r" b="b"/>
            <a:pathLst>
              <a:path h="567054">
                <a:moveTo>
                  <a:pt x="0" y="566998"/>
                </a:moveTo>
                <a:lnTo>
                  <a:pt x="0" y="0"/>
                </a:lnTo>
              </a:path>
            </a:pathLst>
          </a:custGeom>
          <a:ln w="39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872206" y="6993066"/>
            <a:ext cx="0" cy="1764030"/>
          </a:xfrm>
          <a:custGeom>
            <a:avLst/>
            <a:gdLst/>
            <a:ahLst/>
            <a:cxnLst/>
            <a:rect l="l" t="t" r="r" b="b"/>
            <a:pathLst>
              <a:path h="1764029">
                <a:moveTo>
                  <a:pt x="0" y="1763995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872206" y="4410072"/>
            <a:ext cx="0" cy="2016125"/>
          </a:xfrm>
          <a:custGeom>
            <a:avLst/>
            <a:gdLst/>
            <a:ahLst/>
            <a:cxnLst/>
            <a:rect l="l" t="t" r="r" b="b"/>
            <a:pathLst>
              <a:path h="2016125">
                <a:moveTo>
                  <a:pt x="0" y="2015994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21626" y="4378572"/>
            <a:ext cx="440690" cy="0"/>
          </a:xfrm>
          <a:custGeom>
            <a:avLst/>
            <a:gdLst/>
            <a:ahLst/>
            <a:cxnLst/>
            <a:rect l="l" t="t" r="r" b="b"/>
            <a:pathLst>
              <a:path w="440690">
                <a:moveTo>
                  <a:pt x="0" y="0"/>
                </a:moveTo>
                <a:lnTo>
                  <a:pt x="44046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49653" y="4378572"/>
            <a:ext cx="1179830" cy="0"/>
          </a:xfrm>
          <a:custGeom>
            <a:avLst/>
            <a:gdLst/>
            <a:ahLst/>
            <a:cxnLst/>
            <a:rect l="l" t="t" r="r" b="b"/>
            <a:pathLst>
              <a:path w="1179829">
                <a:moveTo>
                  <a:pt x="629234" y="0"/>
                </a:moveTo>
                <a:lnTo>
                  <a:pt x="1179814" y="0"/>
                </a:lnTo>
              </a:path>
              <a:path w="1179829">
                <a:moveTo>
                  <a:pt x="0" y="0"/>
                </a:moveTo>
                <a:lnTo>
                  <a:pt x="597772" y="0"/>
                </a:lnTo>
              </a:path>
            </a:pathLst>
          </a:custGeom>
          <a:ln w="7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69838" y="4378572"/>
            <a:ext cx="519430" cy="0"/>
          </a:xfrm>
          <a:custGeom>
            <a:avLst/>
            <a:gdLst/>
            <a:ahLst/>
            <a:cxnLst/>
            <a:rect l="l" t="t" r="r" b="b"/>
            <a:pathLst>
              <a:path w="519429">
                <a:moveTo>
                  <a:pt x="0" y="0"/>
                </a:moveTo>
                <a:lnTo>
                  <a:pt x="5191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09142" y="4378572"/>
            <a:ext cx="598170" cy="0"/>
          </a:xfrm>
          <a:custGeom>
            <a:avLst/>
            <a:gdLst/>
            <a:ahLst/>
            <a:cxnLst/>
            <a:rect l="l" t="t" r="r" b="b"/>
            <a:pathLst>
              <a:path w="598170">
                <a:moveTo>
                  <a:pt x="0" y="0"/>
                </a:moveTo>
                <a:lnTo>
                  <a:pt x="597772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00093" y="4378572"/>
            <a:ext cx="1148715" cy="0"/>
          </a:xfrm>
          <a:custGeom>
            <a:avLst/>
            <a:gdLst/>
            <a:ahLst/>
            <a:cxnLst/>
            <a:rect l="l" t="t" r="r" b="b"/>
            <a:pathLst>
              <a:path w="1148714">
                <a:moveTo>
                  <a:pt x="597772" y="0"/>
                </a:moveTo>
                <a:lnTo>
                  <a:pt x="1148352" y="0"/>
                </a:lnTo>
              </a:path>
              <a:path w="1148714">
                <a:moveTo>
                  <a:pt x="0" y="0"/>
                </a:moveTo>
                <a:lnTo>
                  <a:pt x="566311" y="0"/>
                </a:lnTo>
              </a:path>
            </a:pathLst>
          </a:custGeom>
          <a:ln w="7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683202" y="4378572"/>
            <a:ext cx="440690" cy="0"/>
          </a:xfrm>
          <a:custGeom>
            <a:avLst/>
            <a:gdLst/>
            <a:ahLst/>
            <a:cxnLst/>
            <a:rect l="l" t="t" r="r" b="b"/>
            <a:pathLst>
              <a:path w="440689">
                <a:moveTo>
                  <a:pt x="0" y="0"/>
                </a:moveTo>
                <a:lnTo>
                  <a:pt x="44046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723853" y="4882571"/>
            <a:ext cx="519430" cy="0"/>
          </a:xfrm>
          <a:custGeom>
            <a:avLst/>
            <a:gdLst/>
            <a:ahLst/>
            <a:cxnLst/>
            <a:rect l="l" t="t" r="r" b="b"/>
            <a:pathLst>
              <a:path w="519429">
                <a:moveTo>
                  <a:pt x="0" y="0"/>
                </a:moveTo>
                <a:lnTo>
                  <a:pt x="51911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57355" y="6410317"/>
            <a:ext cx="7331075" cy="0"/>
          </a:xfrm>
          <a:custGeom>
            <a:avLst/>
            <a:gdLst/>
            <a:ahLst/>
            <a:cxnLst/>
            <a:rect l="l" t="t" r="r" b="b"/>
            <a:pathLst>
              <a:path w="7331075">
                <a:moveTo>
                  <a:pt x="5521532" y="0"/>
                </a:moveTo>
                <a:lnTo>
                  <a:pt x="7330581" y="0"/>
                </a:lnTo>
              </a:path>
              <a:path w="7331075">
                <a:moveTo>
                  <a:pt x="3681021" y="0"/>
                </a:moveTo>
                <a:lnTo>
                  <a:pt x="5490070" y="0"/>
                </a:lnTo>
              </a:path>
              <a:path w="7331075">
                <a:moveTo>
                  <a:pt x="1840510" y="0"/>
                </a:moveTo>
                <a:lnTo>
                  <a:pt x="3649560" y="0"/>
                </a:lnTo>
              </a:path>
              <a:path w="7331075">
                <a:moveTo>
                  <a:pt x="0" y="0"/>
                </a:moveTo>
                <a:lnTo>
                  <a:pt x="1809049" y="0"/>
                </a:lnTo>
              </a:path>
            </a:pathLst>
          </a:custGeom>
          <a:ln w="157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588817" y="8764937"/>
            <a:ext cx="7283450" cy="0"/>
          </a:xfrm>
          <a:custGeom>
            <a:avLst/>
            <a:gdLst/>
            <a:ahLst/>
            <a:cxnLst/>
            <a:rect l="l" t="t" r="r" b="b"/>
            <a:pathLst>
              <a:path w="7283450">
                <a:moveTo>
                  <a:pt x="0" y="0"/>
                </a:moveTo>
                <a:lnTo>
                  <a:pt x="7283389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</a:pPr>
            <a:r>
              <a:rPr sz="1800" b="1" spc="105" dirty="0">
                <a:solidFill>
                  <a:srgbClr val="979797"/>
                </a:solidFill>
                <a:latin typeface="Arial"/>
                <a:cs typeface="Arial"/>
              </a:rPr>
              <a:t>600</a:t>
            </a:r>
            <a:r>
              <a:rPr sz="1800" b="1" spc="-75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050" b="1" spc="70" dirty="0">
                <a:solidFill>
                  <a:srgbClr val="979797"/>
                </a:solidFill>
                <a:latin typeface="Arial"/>
                <a:cs typeface="Arial"/>
              </a:rPr>
              <a:t>X</a:t>
            </a:r>
            <a:r>
              <a:rPr sz="1050" b="1" spc="385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979797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456630" y="648888"/>
            <a:ext cx="81216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dirty="0">
                <a:solidFill>
                  <a:srgbClr val="979797"/>
                </a:solidFill>
                <a:latin typeface="Arial"/>
                <a:cs typeface="Arial"/>
              </a:rPr>
              <a:t>600</a:t>
            </a:r>
            <a:r>
              <a:rPr sz="1350" spc="65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350" spc="110" dirty="0">
                <a:solidFill>
                  <a:srgbClr val="979797"/>
                </a:solidFill>
                <a:latin typeface="Arial"/>
                <a:cs typeface="Arial"/>
              </a:rPr>
              <a:t>x400</a:t>
            </a:r>
            <a:endParaRPr sz="13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344849" y="4503687"/>
            <a:ext cx="245110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65" dirty="0">
                <a:solidFill>
                  <a:srgbClr val="878382"/>
                </a:solidFill>
                <a:latin typeface="Arial"/>
                <a:cs typeface="Arial"/>
              </a:rPr>
              <a:t>TCU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11435" y="5282658"/>
            <a:ext cx="733425" cy="41846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750" b="1" spc="65" dirty="0">
                <a:solidFill>
                  <a:srgbClr val="262423"/>
                </a:solidFill>
                <a:latin typeface="Times New Roman"/>
                <a:cs typeface="Times New Roman"/>
              </a:rPr>
              <a:t>52.9</a:t>
            </a:r>
            <a:r>
              <a:rPr sz="1750" b="1" spc="-85" dirty="0">
                <a:solidFill>
                  <a:srgbClr val="262423"/>
                </a:solidFill>
                <a:latin typeface="Times New Roman"/>
                <a:cs typeface="Times New Roman"/>
              </a:rPr>
              <a:t> </a:t>
            </a:r>
            <a:r>
              <a:rPr sz="1650" b="1" spc="-185" dirty="0">
                <a:solidFill>
                  <a:srgbClr val="343F4B"/>
                </a:solidFill>
                <a:latin typeface="Arial"/>
                <a:cs typeface="Arial"/>
              </a:rPr>
              <a:t>o/</a:t>
            </a:r>
            <a:r>
              <a:rPr sz="1650" b="1" spc="-185" dirty="0">
                <a:solidFill>
                  <a:srgbClr val="262423"/>
                </a:solidFill>
                <a:latin typeface="Arial"/>
                <a:cs typeface="Arial"/>
              </a:rPr>
              <a:t>o</a:t>
            </a:r>
            <a:endParaRPr sz="16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65"/>
              </a:spcBef>
            </a:pPr>
            <a:r>
              <a:rPr sz="700" spc="-40" dirty="0">
                <a:solidFill>
                  <a:srgbClr val="B8B8B8"/>
                </a:solidFill>
                <a:latin typeface="Arial"/>
                <a:cs typeface="Arial"/>
              </a:rPr>
              <a:t>Ta19e1:</a:t>
            </a:r>
            <a:r>
              <a:rPr sz="700" spc="-5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B8B8B8"/>
                </a:solidFill>
                <a:latin typeface="Arial"/>
                <a:cs typeface="Arial"/>
              </a:rPr>
              <a:t>so.o•�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01798" y="5275571"/>
            <a:ext cx="1833245" cy="4254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240"/>
              </a:spcBef>
            </a:pPr>
            <a:r>
              <a:rPr sz="1650" b="1" dirty="0">
                <a:solidFill>
                  <a:srgbClr val="262423"/>
                </a:solidFill>
                <a:latin typeface="Arial"/>
                <a:cs typeface="Arial"/>
              </a:rPr>
              <a:t>61.8</a:t>
            </a:r>
            <a:r>
              <a:rPr sz="1650" b="1" spc="35" dirty="0">
                <a:solidFill>
                  <a:srgbClr val="262423"/>
                </a:solidFill>
                <a:latin typeface="Arial"/>
                <a:cs typeface="Arial"/>
              </a:rPr>
              <a:t> </a:t>
            </a:r>
            <a:r>
              <a:rPr sz="1750" b="1" spc="-25" dirty="0">
                <a:solidFill>
                  <a:srgbClr val="262423"/>
                </a:solidFill>
                <a:latin typeface="Times New Roman"/>
                <a:cs typeface="Times New Roman"/>
              </a:rPr>
              <a:t>°</a:t>
            </a:r>
            <a:r>
              <a:rPr sz="1750" b="1" spc="-25" dirty="0">
                <a:solidFill>
                  <a:srgbClr val="343F4B"/>
                </a:solidFill>
                <a:latin typeface="Times New Roman"/>
                <a:cs typeface="Times New Roman"/>
              </a:rPr>
              <a:t>/</a:t>
            </a:r>
            <a:r>
              <a:rPr sz="1750" b="1" spc="-25" dirty="0">
                <a:solidFill>
                  <a:srgbClr val="262423"/>
                </a:solidFill>
                <a:latin typeface="Times New Roman"/>
                <a:cs typeface="Times New Roman"/>
              </a:rPr>
              <a:t>o</a:t>
            </a:r>
            <a:endParaRPr sz="1750">
              <a:latin typeface="Times New Roman"/>
              <a:cs typeface="Times New Roman"/>
            </a:endParaRPr>
          </a:p>
          <a:p>
            <a:pPr marL="607060">
              <a:lnSpc>
                <a:spcPct val="100000"/>
              </a:lnSpc>
              <a:spcBef>
                <a:spcPts val="65"/>
              </a:spcBef>
            </a:pPr>
            <a:r>
              <a:rPr sz="700" dirty="0">
                <a:solidFill>
                  <a:srgbClr val="B8B8B8"/>
                </a:solidFill>
                <a:latin typeface="Arial"/>
                <a:cs typeface="Arial"/>
              </a:rPr>
              <a:t>TaigeL</a:t>
            </a:r>
            <a:r>
              <a:rPr sz="700" spc="10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B8B8B8"/>
                </a:solidFill>
                <a:latin typeface="Arial"/>
                <a:cs typeface="Arial"/>
              </a:rPr>
              <a:t>520':&lt;.</a:t>
            </a:r>
            <a:endParaRPr sz="7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42309" y="5275571"/>
            <a:ext cx="1833245" cy="4254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240"/>
              </a:spcBef>
            </a:pPr>
            <a:r>
              <a:rPr sz="1650" b="1" dirty="0">
                <a:solidFill>
                  <a:srgbClr val="262423"/>
                </a:solidFill>
                <a:latin typeface="Arial"/>
                <a:cs typeface="Arial"/>
              </a:rPr>
              <a:t>61.9</a:t>
            </a:r>
            <a:r>
              <a:rPr sz="1650" b="1" spc="30" dirty="0">
                <a:solidFill>
                  <a:srgbClr val="262423"/>
                </a:solidFill>
                <a:latin typeface="Arial"/>
                <a:cs typeface="Arial"/>
              </a:rPr>
              <a:t> </a:t>
            </a:r>
            <a:r>
              <a:rPr sz="1750" b="1" spc="-25" dirty="0">
                <a:solidFill>
                  <a:srgbClr val="262423"/>
                </a:solidFill>
                <a:latin typeface="Times New Roman"/>
                <a:cs typeface="Times New Roman"/>
              </a:rPr>
              <a:t>°</a:t>
            </a:r>
            <a:r>
              <a:rPr sz="1750" b="1" spc="-25" dirty="0">
                <a:solidFill>
                  <a:srgbClr val="343F4B"/>
                </a:solidFill>
                <a:latin typeface="Times New Roman"/>
                <a:cs typeface="Times New Roman"/>
              </a:rPr>
              <a:t>/</a:t>
            </a:r>
            <a:r>
              <a:rPr sz="1750" b="1" spc="-25" dirty="0">
                <a:solidFill>
                  <a:srgbClr val="262423"/>
                </a:solidFill>
                <a:latin typeface="Times New Roman"/>
                <a:cs typeface="Times New Roman"/>
              </a:rPr>
              <a:t>o</a:t>
            </a:r>
            <a:endParaRPr sz="1750">
              <a:latin typeface="Times New Roman"/>
              <a:cs typeface="Times New Roman"/>
            </a:endParaRPr>
          </a:p>
          <a:p>
            <a:pPr marL="607060">
              <a:lnSpc>
                <a:spcPct val="100000"/>
              </a:lnSpc>
              <a:spcBef>
                <a:spcPts val="65"/>
              </a:spcBef>
            </a:pPr>
            <a:r>
              <a:rPr sz="700" dirty="0">
                <a:solidFill>
                  <a:srgbClr val="B8B8B8"/>
                </a:solidFill>
                <a:latin typeface="Arial"/>
                <a:cs typeface="Arial"/>
              </a:rPr>
              <a:t>Target.</a:t>
            </a:r>
            <a:r>
              <a:rPr sz="700" spc="-9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B8B8B8"/>
                </a:solidFill>
                <a:latin typeface="Arial"/>
                <a:cs typeface="Arial"/>
              </a:rPr>
              <a:t>55</a:t>
            </a:r>
            <a:r>
              <a:rPr sz="700" spc="4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B8B8B8"/>
                </a:solidFill>
                <a:latin typeface="Arial"/>
                <a:cs typeface="Arial"/>
              </a:rPr>
              <a:t>�.</a:t>
            </a:r>
            <a:endParaRPr sz="7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32074" y="5291184"/>
            <a:ext cx="70929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50" dirty="0">
                <a:solidFill>
                  <a:srgbClr val="262423"/>
                </a:solidFill>
                <a:latin typeface="Times New Roman"/>
                <a:cs typeface="Times New Roman"/>
              </a:rPr>
              <a:t>64.0</a:t>
            </a:r>
            <a:r>
              <a:rPr sz="1750" b="1" spc="-65" dirty="0">
                <a:solidFill>
                  <a:srgbClr val="262423"/>
                </a:solidFill>
                <a:latin typeface="Times New Roman"/>
                <a:cs typeface="Times New Roman"/>
              </a:rPr>
              <a:t> </a:t>
            </a:r>
            <a:r>
              <a:rPr sz="1750" b="1" spc="-95" dirty="0">
                <a:solidFill>
                  <a:srgbClr val="262423"/>
                </a:solidFill>
                <a:latin typeface="Times New Roman"/>
                <a:cs typeface="Times New Roman"/>
              </a:rPr>
              <a:t>°</a:t>
            </a:r>
            <a:r>
              <a:rPr sz="1750" b="1" spc="-95" dirty="0">
                <a:solidFill>
                  <a:srgbClr val="343F4B"/>
                </a:solidFill>
                <a:latin typeface="Times New Roman"/>
                <a:cs typeface="Times New Roman"/>
              </a:rPr>
              <a:t>/</a:t>
            </a:r>
            <a:r>
              <a:rPr sz="1750" b="1" spc="-95" dirty="0">
                <a:solidFill>
                  <a:srgbClr val="262423"/>
                </a:solidFill>
                <a:latin typeface="Times New Roman"/>
                <a:cs typeface="Times New Roman"/>
              </a:rPr>
              <a:t>o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864909" y="6570869"/>
            <a:ext cx="13335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45" dirty="0">
                <a:solidFill>
                  <a:srgbClr val="B8B8B8"/>
                </a:solidFill>
                <a:latin typeface="Arial"/>
                <a:cs typeface="Arial"/>
              </a:rPr>
              <a:t>200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12125" y="6641744"/>
            <a:ext cx="15748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5" dirty="0">
                <a:solidFill>
                  <a:srgbClr val="343F4B"/>
                </a:solidFill>
                <a:latin typeface="Arial"/>
                <a:cs typeface="Arial"/>
              </a:rPr>
              <a:t>21</a:t>
            </a:r>
            <a:r>
              <a:rPr sz="600" spc="-25" dirty="0">
                <a:solidFill>
                  <a:srgbClr val="605E5D"/>
                </a:solidFill>
                <a:latin typeface="Arial"/>
                <a:cs typeface="Arial"/>
              </a:rPr>
              <a:t>h</a:t>
            </a:r>
            <a:endParaRPr sz="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188819" y="6818931"/>
            <a:ext cx="19685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35" dirty="0">
                <a:solidFill>
                  <a:srgbClr val="343F4B"/>
                </a:solidFill>
                <a:latin typeface="Times New Roman"/>
                <a:cs typeface="Times New Roman"/>
              </a:rPr>
              <a:t>1</a:t>
            </a:r>
            <a:r>
              <a:rPr sz="550" spc="35" dirty="0">
                <a:solidFill>
                  <a:srgbClr val="262423"/>
                </a:solidFill>
                <a:latin typeface="Times New Roman"/>
                <a:cs typeface="Times New Roman"/>
              </a:rPr>
              <a:t>4</a:t>
            </a:r>
            <a:r>
              <a:rPr sz="550" spc="35" dirty="0">
                <a:solidFill>
                  <a:srgbClr val="343F4B"/>
                </a:solidFill>
                <a:latin typeface="Times New Roman"/>
                <a:cs typeface="Times New Roman"/>
              </a:rPr>
              <a:t>4h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95560" y="6818931"/>
            <a:ext cx="16764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25" dirty="0">
                <a:solidFill>
                  <a:srgbClr val="979797"/>
                </a:solidFill>
                <a:latin typeface="Times New Roman"/>
                <a:cs typeface="Times New Roman"/>
              </a:rPr>
              <a:t>--</a:t>
            </a:r>
            <a:r>
              <a:rPr sz="550" spc="-25" dirty="0">
                <a:solidFill>
                  <a:srgbClr val="605E5D"/>
                </a:solidFill>
                <a:latin typeface="Times New Roman"/>
                <a:cs typeface="Times New Roman"/>
              </a:rPr>
              <a:t>21h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74906" y="6933118"/>
            <a:ext cx="20637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30" dirty="0">
                <a:solidFill>
                  <a:srgbClr val="605E5D"/>
                </a:solidFill>
                <a:latin typeface="Times New Roman"/>
                <a:cs typeface="Times New Roman"/>
              </a:rPr>
              <a:t>123h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49380" y="6933118"/>
            <a:ext cx="21399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3180" indent="-34925">
              <a:lnSpc>
                <a:spcPct val="100000"/>
              </a:lnSpc>
              <a:spcBef>
                <a:spcPts val="120"/>
              </a:spcBef>
              <a:buClr>
                <a:srgbClr val="878382"/>
              </a:buClr>
              <a:buSzPct val="83333"/>
              <a:buChar char="•"/>
              <a:tabLst>
                <a:tab pos="43180" algn="l"/>
              </a:tabLst>
            </a:pPr>
            <a:r>
              <a:rPr sz="600" spc="-20" dirty="0">
                <a:solidFill>
                  <a:srgbClr val="605E5D"/>
                </a:solidFill>
                <a:latin typeface="Times New Roman"/>
                <a:cs typeface="Times New Roman"/>
              </a:rPr>
              <a:t>O</a:t>
            </a:r>
            <a:r>
              <a:rPr sz="600" spc="-20" dirty="0">
                <a:solidFill>
                  <a:srgbClr val="878382"/>
                </a:solidFill>
                <a:latin typeface="Times New Roman"/>
                <a:cs typeface="Times New Roman"/>
              </a:rPr>
              <a:t>.</a:t>
            </a:r>
            <a:r>
              <a:rPr sz="600" spc="-20" dirty="0">
                <a:solidFill>
                  <a:srgbClr val="605E5D"/>
                </a:solidFill>
                <a:latin typeface="Times New Roman"/>
                <a:cs typeface="Times New Roman"/>
              </a:rPr>
              <a:t>ll\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12454" y="6933118"/>
            <a:ext cx="63500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427990" algn="l"/>
              </a:tabLst>
            </a:pPr>
            <a:r>
              <a:rPr sz="600" spc="-20" dirty="0">
                <a:solidFill>
                  <a:srgbClr val="262423"/>
                </a:solidFill>
                <a:latin typeface="Times New Roman"/>
                <a:cs typeface="Times New Roman"/>
              </a:rPr>
              <a:t>1</a:t>
            </a:r>
            <a:r>
              <a:rPr sz="600" spc="-20" dirty="0">
                <a:solidFill>
                  <a:srgbClr val="605E5D"/>
                </a:solidFill>
                <a:latin typeface="Times New Roman"/>
                <a:cs typeface="Times New Roman"/>
              </a:rPr>
              <a:t>23h</a:t>
            </a:r>
            <a:r>
              <a:rPr sz="600" dirty="0">
                <a:solidFill>
                  <a:srgbClr val="605E5D"/>
                </a:solidFill>
                <a:latin typeface="Times New Roman"/>
                <a:cs typeface="Times New Roman"/>
              </a:rPr>
              <a:t>	</a:t>
            </a:r>
            <a:r>
              <a:rPr sz="600" spc="-10" dirty="0">
                <a:solidFill>
                  <a:srgbClr val="878382"/>
                </a:solidFill>
                <a:latin typeface="Times New Roman"/>
                <a:cs typeface="Times New Roman"/>
              </a:rPr>
              <a:t>•</a:t>
            </a:r>
            <a:r>
              <a:rPr sz="600" spc="-10" dirty="0">
                <a:solidFill>
                  <a:srgbClr val="605E5D"/>
                </a:solidFill>
                <a:latin typeface="Times New Roman"/>
                <a:cs typeface="Times New Roman"/>
              </a:rPr>
              <a:t>2..</a:t>
            </a:r>
            <a:r>
              <a:rPr sz="900" spc="-15" baseline="9259" dirty="0">
                <a:solidFill>
                  <a:srgbClr val="343F4B"/>
                </a:solidFill>
                <a:latin typeface="Times New Roman"/>
                <a:cs typeface="Times New Roman"/>
              </a:rPr>
              <a:t>t</a:t>
            </a:r>
            <a:r>
              <a:rPr sz="900" spc="-15" baseline="9259" dirty="0">
                <a:solidFill>
                  <a:srgbClr val="605E5D"/>
                </a:solidFill>
                <a:latin typeface="Times New Roman"/>
                <a:cs typeface="Times New Roman"/>
              </a:rPr>
              <a:t>h</a:t>
            </a:r>
            <a:endParaRPr sz="900" baseline="9259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516610" y="6933118"/>
            <a:ext cx="14795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5" dirty="0">
                <a:solidFill>
                  <a:srgbClr val="605E5D"/>
                </a:solidFill>
                <a:latin typeface="Times New Roman"/>
                <a:cs typeface="Times New Roman"/>
              </a:rPr>
              <a:t>·Uh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907837" y="6933118"/>
            <a:ext cx="19304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605E5D"/>
                </a:solidFill>
                <a:latin typeface="Times New Roman"/>
                <a:cs typeface="Times New Roman"/>
              </a:rPr>
              <a:t>-</a:t>
            </a:r>
            <a:r>
              <a:rPr sz="600" spc="-20" dirty="0">
                <a:solidFill>
                  <a:srgbClr val="605E5D"/>
                </a:solidFill>
                <a:latin typeface="Times New Roman"/>
                <a:cs typeface="Times New Roman"/>
              </a:rPr>
              <a:t>0</a:t>
            </a:r>
            <a:r>
              <a:rPr sz="600" spc="-20" dirty="0">
                <a:solidFill>
                  <a:srgbClr val="979797"/>
                </a:solidFill>
                <a:latin typeface="Times New Roman"/>
                <a:cs typeface="Times New Roman"/>
              </a:rPr>
              <a:t>,</a:t>
            </a:r>
            <a:r>
              <a:rPr sz="600" spc="-20" dirty="0">
                <a:solidFill>
                  <a:srgbClr val="605E5D"/>
                </a:solidFill>
                <a:latin typeface="Times New Roman"/>
                <a:cs typeface="Times New Roman"/>
              </a:rPr>
              <a:t>1h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303075" y="6933118"/>
            <a:ext cx="17526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solidFill>
                  <a:srgbClr val="343F4B"/>
                </a:solidFill>
                <a:latin typeface="Times New Roman"/>
                <a:cs typeface="Times New Roman"/>
              </a:rPr>
              <a:t>11</a:t>
            </a:r>
            <a:r>
              <a:rPr sz="600" spc="-20" dirty="0">
                <a:solidFill>
                  <a:srgbClr val="605E5D"/>
                </a:solidFill>
                <a:latin typeface="Times New Roman"/>
                <a:cs typeface="Times New Roman"/>
              </a:rPr>
              <a:t>9h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620716" y="6933118"/>
            <a:ext cx="27432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70" dirty="0">
                <a:solidFill>
                  <a:srgbClr val="979797"/>
                </a:solidFill>
                <a:latin typeface="Times New Roman"/>
                <a:cs typeface="Times New Roman"/>
              </a:rPr>
              <a:t>-</a:t>
            </a:r>
            <a:r>
              <a:rPr sz="600" spc="75" dirty="0">
                <a:solidFill>
                  <a:srgbClr val="605E5D"/>
                </a:solidFill>
                <a:latin typeface="Times New Roman"/>
                <a:cs typeface="Times New Roman"/>
              </a:rPr>
              <a:t>S..4h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82665" y="7019742"/>
            <a:ext cx="17462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20" dirty="0">
                <a:solidFill>
                  <a:srgbClr val="878382"/>
                </a:solidFill>
                <a:latin typeface="Arial"/>
                <a:cs typeface="Arial"/>
              </a:rPr>
              <a:t>·</a:t>
            </a:r>
            <a:r>
              <a:rPr sz="550" spc="-20" dirty="0">
                <a:solidFill>
                  <a:srgbClr val="605E5D"/>
                </a:solidFill>
                <a:latin typeface="Arial"/>
                <a:cs typeface="Arial"/>
              </a:rPr>
              <a:t>21h</a:t>
            </a:r>
            <a:endParaRPr sz="5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48103" y="6866180"/>
            <a:ext cx="292100" cy="4318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140"/>
              </a:spcBef>
            </a:pPr>
            <a:r>
              <a:rPr sz="550" spc="-25" dirty="0">
                <a:solidFill>
                  <a:srgbClr val="B8B8B8"/>
                </a:solidFill>
                <a:latin typeface="Times New Roman"/>
                <a:cs typeface="Times New Roman"/>
              </a:rPr>
              <a:t>150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550">
              <a:latin typeface="Times New Roman"/>
              <a:cs typeface="Times New Roman"/>
            </a:endParaRPr>
          </a:p>
          <a:p>
            <a:pPr marL="22860">
              <a:lnSpc>
                <a:spcPts val="1060"/>
              </a:lnSpc>
              <a:spcBef>
                <a:spcPts val="5"/>
              </a:spcBef>
            </a:pPr>
            <a:r>
              <a:rPr sz="950" i="1" spc="-50" dirty="0">
                <a:solidFill>
                  <a:srgbClr val="B8B8B8"/>
                </a:solidFill>
                <a:latin typeface="Arial"/>
                <a:cs typeface="Arial"/>
              </a:rPr>
              <a:t>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sz="650" spc="130" dirty="0">
                <a:solidFill>
                  <a:srgbClr val="B8B8B8"/>
                </a:solidFill>
                <a:latin typeface="Arial"/>
                <a:cs typeface="Arial"/>
              </a:rPr>
              <a:t>1100</a:t>
            </a:r>
            <a:endParaRPr sz="6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97123" y="6641744"/>
            <a:ext cx="13589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5" dirty="0">
                <a:solidFill>
                  <a:srgbClr val="343F4B"/>
                </a:solidFill>
                <a:latin typeface="Arial"/>
                <a:cs typeface="Arial"/>
              </a:rPr>
              <a:t>Oh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571905" y="6641744"/>
            <a:ext cx="11747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5" dirty="0">
                <a:solidFill>
                  <a:srgbClr val="605E5D"/>
                </a:solidFill>
                <a:latin typeface="Arial"/>
                <a:cs typeface="Arial"/>
              </a:rPr>
              <a:t>4h</a:t>
            </a:r>
            <a:endParaRPr sz="6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868611" y="6641744"/>
            <a:ext cx="17145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5" dirty="0">
                <a:solidFill>
                  <a:srgbClr val="262423"/>
                </a:solidFill>
                <a:latin typeface="Arial"/>
                <a:cs typeface="Arial"/>
              </a:rPr>
              <a:t>4</a:t>
            </a:r>
            <a:r>
              <a:rPr sz="600" spc="-25" dirty="0">
                <a:solidFill>
                  <a:srgbClr val="343F4B"/>
                </a:solidFill>
                <a:latin typeface="Arial"/>
                <a:cs typeface="Arial"/>
              </a:rPr>
              <a:t>3</a:t>
            </a:r>
            <a:r>
              <a:rPr sz="600" spc="-25" dirty="0">
                <a:solidFill>
                  <a:srgbClr val="262423"/>
                </a:solidFill>
                <a:latin typeface="Arial"/>
                <a:cs typeface="Arial"/>
              </a:rPr>
              <a:t>h</a:t>
            </a:r>
            <a:endParaRPr sz="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529866" y="6421245"/>
            <a:ext cx="16446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825" spc="-1207" baseline="-7625" dirty="0">
                <a:solidFill>
                  <a:srgbClr val="605E5D"/>
                </a:solidFill>
                <a:latin typeface="Times New Roman"/>
                <a:cs typeface="Times New Roman"/>
              </a:rPr>
              <a:t>-</a:t>
            </a:r>
            <a:r>
              <a:rPr sz="1700" b="1" spc="20" dirty="0">
                <a:solidFill>
                  <a:srgbClr val="605E5D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66" name="object 66" descr="$PPTXTitle"/>
          <p:cNvSpPr txBox="1">
            <a:spLocks noGrp="1"/>
          </p:cNvSpPr>
          <p:nvPr>
            <p:ph type="title"/>
          </p:nvPr>
        </p:nvSpPr>
        <p:spPr>
          <a:xfrm>
            <a:off x="10448327" y="3779189"/>
            <a:ext cx="419671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50" b="1" spc="155" dirty="0">
                <a:solidFill>
                  <a:srgbClr val="AA2A2D"/>
                </a:solidFill>
                <a:latin typeface="Arial"/>
                <a:cs typeface="Arial"/>
              </a:rPr>
              <a:t>Visualizing</a:t>
            </a:r>
            <a:r>
              <a:rPr sz="4250" b="1" spc="-13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250" b="1" spc="-480" dirty="0">
                <a:solidFill>
                  <a:srgbClr val="AA2A2D"/>
                </a:solidFill>
                <a:latin typeface="Arial"/>
                <a:cs typeface="Arial"/>
              </a:rPr>
              <a:t>OEE</a:t>
            </a:r>
            <a:endParaRPr sz="42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439115" y="4802935"/>
            <a:ext cx="8696960" cy="24987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6510" marR="5080" indent="-4445">
              <a:lnSpc>
                <a:spcPct val="125099"/>
              </a:lnSpc>
              <a:spcBef>
                <a:spcPts val="55"/>
              </a:spcBef>
            </a:pPr>
            <a:r>
              <a:rPr sz="3100" b="1" spc="130" dirty="0">
                <a:solidFill>
                  <a:srgbClr val="03315E"/>
                </a:solidFill>
                <a:latin typeface="Arial"/>
                <a:cs typeface="Arial"/>
              </a:rPr>
              <a:t>Overall</a:t>
            </a:r>
            <a:r>
              <a:rPr sz="3100" b="1" spc="-2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100" b="1" spc="85" dirty="0">
                <a:solidFill>
                  <a:srgbClr val="03315E"/>
                </a:solidFill>
                <a:latin typeface="Arial"/>
                <a:cs typeface="Arial"/>
              </a:rPr>
              <a:t>Equipment</a:t>
            </a:r>
            <a:r>
              <a:rPr sz="3100" b="1" spc="220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3315E"/>
                </a:solidFill>
                <a:latin typeface="Arial"/>
                <a:cs typeface="Arial"/>
              </a:rPr>
              <a:t>Effectiveness</a:t>
            </a:r>
            <a:r>
              <a:rPr sz="3100" b="1" spc="4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100" b="1" spc="-30" dirty="0">
                <a:solidFill>
                  <a:srgbClr val="03315E"/>
                </a:solidFill>
                <a:latin typeface="Arial"/>
                <a:cs typeface="Arial"/>
              </a:rPr>
              <a:t>(OEE)</a:t>
            </a:r>
            <a:r>
              <a:rPr sz="3100" b="1" spc="-114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43F4B"/>
                </a:solidFill>
                <a:latin typeface="Arial"/>
                <a:cs typeface="Arial"/>
              </a:rPr>
              <a:t>is</a:t>
            </a:r>
            <a:r>
              <a:rPr sz="3250" spc="-24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-25" dirty="0">
                <a:solidFill>
                  <a:srgbClr val="343F4B"/>
                </a:solidFill>
                <a:latin typeface="Arial"/>
                <a:cs typeface="Arial"/>
              </a:rPr>
              <a:t>the </a:t>
            </a:r>
            <a:r>
              <a:rPr sz="3250" spc="70" dirty="0">
                <a:solidFill>
                  <a:srgbClr val="343F4B"/>
                </a:solidFill>
                <a:latin typeface="Arial"/>
                <a:cs typeface="Arial"/>
              </a:rPr>
              <a:t>gold</a:t>
            </a:r>
            <a:r>
              <a:rPr sz="3250" spc="-15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55" dirty="0">
                <a:solidFill>
                  <a:srgbClr val="343F4B"/>
                </a:solidFill>
                <a:latin typeface="Arial"/>
                <a:cs typeface="Arial"/>
              </a:rPr>
              <a:t>standard</a:t>
            </a:r>
            <a:r>
              <a:rPr sz="3250" spc="-95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50" dirty="0">
                <a:solidFill>
                  <a:srgbClr val="343F4B"/>
                </a:solidFill>
                <a:latin typeface="Arial"/>
                <a:cs typeface="Arial"/>
              </a:rPr>
              <a:t>for</a:t>
            </a:r>
            <a:r>
              <a:rPr sz="3250" spc="225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100" dirty="0">
                <a:solidFill>
                  <a:srgbClr val="343F4B"/>
                </a:solidFill>
                <a:latin typeface="Arial"/>
                <a:cs typeface="Arial"/>
              </a:rPr>
              <a:t>manufacturing.</a:t>
            </a:r>
            <a:r>
              <a:rPr sz="3250" spc="-565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85" dirty="0">
                <a:solidFill>
                  <a:srgbClr val="343F4B"/>
                </a:solidFill>
                <a:latin typeface="Arial"/>
                <a:cs typeface="Arial"/>
              </a:rPr>
              <a:t>Cloud </a:t>
            </a:r>
            <a:r>
              <a:rPr sz="3250" spc="105" dirty="0">
                <a:solidFill>
                  <a:srgbClr val="343F4B"/>
                </a:solidFill>
                <a:latin typeface="Arial"/>
                <a:cs typeface="Arial"/>
              </a:rPr>
              <a:t>integration</a:t>
            </a:r>
            <a:r>
              <a:rPr sz="3250" spc="1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43F4B"/>
                </a:solidFill>
                <a:latin typeface="Arial"/>
                <a:cs typeface="Arial"/>
              </a:rPr>
              <a:t>allows</a:t>
            </a:r>
            <a:r>
              <a:rPr sz="3250" spc="-145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65" dirty="0">
                <a:solidFill>
                  <a:srgbClr val="343F4B"/>
                </a:solidFill>
                <a:latin typeface="Arial"/>
                <a:cs typeface="Arial"/>
              </a:rPr>
              <a:t>calculating</a:t>
            </a:r>
            <a:r>
              <a:rPr sz="3250" spc="-26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125" dirty="0">
                <a:solidFill>
                  <a:srgbClr val="343F4B"/>
                </a:solidFill>
                <a:latin typeface="Arial"/>
                <a:cs typeface="Arial"/>
              </a:rPr>
              <a:t>this</a:t>
            </a:r>
            <a:r>
              <a:rPr sz="3250" spc="-204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43F4B"/>
                </a:solidFill>
                <a:latin typeface="Arial"/>
                <a:cs typeface="Arial"/>
              </a:rPr>
              <a:t>across </a:t>
            </a:r>
            <a:r>
              <a:rPr sz="3250" spc="50" dirty="0">
                <a:solidFill>
                  <a:srgbClr val="343F4B"/>
                </a:solidFill>
                <a:latin typeface="Arial"/>
                <a:cs typeface="Arial"/>
              </a:rPr>
              <a:t>global</a:t>
            </a:r>
            <a:r>
              <a:rPr sz="3250" spc="-20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100" dirty="0">
                <a:solidFill>
                  <a:srgbClr val="343F4B"/>
                </a:solidFill>
                <a:latin typeface="Arial"/>
                <a:cs typeface="Arial"/>
              </a:rPr>
              <a:t>fleets</a:t>
            </a:r>
            <a:r>
              <a:rPr sz="3250" spc="-19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95" dirty="0">
                <a:solidFill>
                  <a:srgbClr val="343F4B"/>
                </a:solidFill>
                <a:latin typeface="Arial"/>
                <a:cs typeface="Arial"/>
              </a:rPr>
              <a:t>in</a:t>
            </a:r>
            <a:r>
              <a:rPr sz="3250" spc="-17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85" dirty="0">
                <a:solidFill>
                  <a:srgbClr val="343F4B"/>
                </a:solidFill>
                <a:latin typeface="Arial"/>
                <a:cs typeface="Arial"/>
              </a:rPr>
              <a:t>real-</a:t>
            </a:r>
            <a:r>
              <a:rPr sz="3250" spc="80" dirty="0">
                <a:solidFill>
                  <a:srgbClr val="343F4B"/>
                </a:solidFill>
                <a:latin typeface="Arial"/>
                <a:cs typeface="Arial"/>
              </a:rPr>
              <a:t>time.</a:t>
            </a:r>
            <a:endParaRPr sz="32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449190" y="7716678"/>
            <a:ext cx="7960995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>
              <a:lnSpc>
                <a:spcPct val="124000"/>
              </a:lnSpc>
              <a:spcBef>
                <a:spcPts val="100"/>
              </a:spcBef>
            </a:pPr>
            <a:r>
              <a:rPr sz="3250" spc="-25" dirty="0">
                <a:solidFill>
                  <a:srgbClr val="343F4B"/>
                </a:solidFill>
                <a:latin typeface="Arial"/>
                <a:cs typeface="Arial"/>
              </a:rPr>
              <a:t>Reduces</a:t>
            </a:r>
            <a:r>
              <a:rPr sz="3250" spc="-65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135" dirty="0">
                <a:solidFill>
                  <a:srgbClr val="343F4B"/>
                </a:solidFill>
                <a:latin typeface="Arial"/>
                <a:cs typeface="Arial"/>
              </a:rPr>
              <a:t>downtime</a:t>
            </a:r>
            <a:r>
              <a:rPr sz="3250" spc="-5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135" dirty="0">
                <a:solidFill>
                  <a:srgbClr val="343F4B"/>
                </a:solidFill>
                <a:latin typeface="Arial"/>
                <a:cs typeface="Arial"/>
              </a:rPr>
              <a:t>by</a:t>
            </a:r>
            <a:r>
              <a:rPr sz="3250" spc="-22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43F4B"/>
                </a:solidFill>
                <a:latin typeface="Arial"/>
                <a:cs typeface="Arial"/>
              </a:rPr>
              <a:t>30%</a:t>
            </a:r>
            <a:r>
              <a:rPr sz="3250" spc="-305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43F4B"/>
                </a:solidFill>
                <a:latin typeface="Arial"/>
                <a:cs typeface="Arial"/>
              </a:rPr>
              <a:t>via</a:t>
            </a:r>
            <a:r>
              <a:rPr sz="3250" spc="-21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70" dirty="0">
                <a:solidFill>
                  <a:srgbClr val="343F4B"/>
                </a:solidFill>
                <a:latin typeface="Arial"/>
                <a:cs typeface="Arial"/>
              </a:rPr>
              <a:t>automated </a:t>
            </a:r>
            <a:r>
              <a:rPr sz="3250" spc="50" dirty="0">
                <a:solidFill>
                  <a:srgbClr val="343F4B"/>
                </a:solidFill>
                <a:latin typeface="Arial"/>
                <a:cs typeface="Arial"/>
              </a:rPr>
              <a:t>anomaly</a:t>
            </a:r>
            <a:r>
              <a:rPr sz="3250" spc="-170" dirty="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43F4B"/>
                </a:solidFill>
                <a:latin typeface="Arial"/>
                <a:cs typeface="Arial"/>
              </a:rPr>
              <a:t>alerts.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970" y="1827085"/>
            <a:ext cx="566311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7936" y="1827085"/>
            <a:ext cx="975313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6173" y="1842831"/>
            <a:ext cx="503387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9028" y="1842831"/>
            <a:ext cx="676427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38379" y="1827085"/>
            <a:ext cx="2579862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81168" y="1858581"/>
            <a:ext cx="377540" cy="566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94672" y="1842831"/>
            <a:ext cx="471926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29520" y="1827085"/>
            <a:ext cx="1101161" cy="598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93603" y="1842831"/>
            <a:ext cx="503387" cy="5827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59910" y="1858581"/>
            <a:ext cx="361810" cy="5669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00379" y="1842831"/>
            <a:ext cx="959582" cy="58274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</a:pPr>
            <a:r>
              <a:rPr sz="1800" b="1" spc="105" dirty="0">
                <a:solidFill>
                  <a:srgbClr val="999999"/>
                </a:solidFill>
                <a:latin typeface="Arial"/>
                <a:cs typeface="Arial"/>
              </a:rPr>
              <a:t>600</a:t>
            </a:r>
            <a:r>
              <a:rPr sz="1800" b="1" spc="-7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050" b="1" spc="70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38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999999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flipV="1">
            <a:off x="18456631" y="882567"/>
            <a:ext cx="434620" cy="22249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spc="110" smtClean="0">
                <a:solidFill>
                  <a:srgbClr val="999999"/>
                </a:solidFill>
                <a:latin typeface="Arial"/>
                <a:cs typeface="Arial"/>
              </a:rPr>
              <a:t>40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73036" y="1779738"/>
            <a:ext cx="236220" cy="673735"/>
          </a:xfrm>
          <a:prstGeom prst="rect">
            <a:avLst/>
          </a:prstGeom>
          <a:solidFill>
            <a:srgbClr val="033162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180" dirty="0">
                <a:solidFill>
                  <a:srgbClr val="FBFDFD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5378" y="3747689"/>
            <a:ext cx="4175125" cy="692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235" dirty="0">
                <a:solidFill>
                  <a:srgbClr val="AA2A2D"/>
                </a:solidFill>
                <a:latin typeface="Arial"/>
                <a:cs typeface="Arial"/>
              </a:rPr>
              <a:t>Managed</a:t>
            </a:r>
            <a:r>
              <a:rPr sz="4350" b="1" spc="-25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-20" dirty="0">
                <a:solidFill>
                  <a:srgbClr val="AA2A2D"/>
                </a:solidFill>
                <a:latin typeface="Arial"/>
                <a:cs typeface="Arial"/>
              </a:rPr>
              <a:t>Hubs</a:t>
            </a:r>
            <a:endParaRPr sz="43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5650" y="4824036"/>
            <a:ext cx="8564880" cy="24599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9050" marR="5080" indent="-635">
              <a:lnSpc>
                <a:spcPct val="119400"/>
              </a:lnSpc>
              <a:spcBef>
                <a:spcPts val="50"/>
              </a:spcBef>
              <a:tabLst>
                <a:tab pos="1226185" algn="l"/>
              </a:tabLst>
            </a:pPr>
            <a:r>
              <a:rPr sz="3200" spc="90" dirty="0">
                <a:solidFill>
                  <a:srgbClr val="333D4D"/>
                </a:solidFill>
                <a:latin typeface="Arial"/>
                <a:cs typeface="Arial"/>
              </a:rPr>
              <a:t>AWS</a:t>
            </a:r>
            <a:r>
              <a:rPr sz="3200" spc="-10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55" dirty="0">
                <a:solidFill>
                  <a:srgbClr val="333D4D"/>
                </a:solidFill>
                <a:latin typeface="Arial"/>
                <a:cs typeface="Arial"/>
              </a:rPr>
              <a:t>loT</a:t>
            </a:r>
            <a:r>
              <a:rPr sz="3200" spc="15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33D4D"/>
                </a:solidFill>
                <a:latin typeface="Arial"/>
                <a:cs typeface="Arial"/>
              </a:rPr>
              <a:t>Core</a:t>
            </a:r>
            <a:r>
              <a:rPr sz="3200" spc="-1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65" dirty="0">
                <a:solidFill>
                  <a:srgbClr val="333D4D"/>
                </a:solidFill>
                <a:latin typeface="Arial"/>
                <a:cs typeface="Arial"/>
              </a:rPr>
              <a:t>and</a:t>
            </a:r>
            <a:r>
              <a:rPr sz="3200" spc="-15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0" dirty="0">
                <a:solidFill>
                  <a:srgbClr val="333D4D"/>
                </a:solidFill>
                <a:latin typeface="Arial"/>
                <a:cs typeface="Arial"/>
              </a:rPr>
              <a:t>Azure</a:t>
            </a:r>
            <a:r>
              <a:rPr sz="3200" spc="1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333D4D"/>
                </a:solidFill>
                <a:latin typeface="Arial"/>
                <a:cs typeface="Arial"/>
              </a:rPr>
              <a:t>loT</a:t>
            </a:r>
            <a:r>
              <a:rPr sz="3200" spc="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30" dirty="0">
                <a:solidFill>
                  <a:srgbClr val="333D4D"/>
                </a:solidFill>
                <a:latin typeface="Arial"/>
                <a:cs typeface="Arial"/>
              </a:rPr>
              <a:t>Hub</a:t>
            </a:r>
            <a:r>
              <a:rPr sz="3200" spc="-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use</a:t>
            </a:r>
            <a:r>
              <a:rPr sz="3200" spc="-15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55" dirty="0">
                <a:solidFill>
                  <a:srgbClr val="333D4D"/>
                </a:solidFill>
                <a:latin typeface="Arial"/>
                <a:cs typeface="Arial"/>
              </a:rPr>
              <a:t>MQTT </a:t>
            </a:r>
            <a:r>
              <a:rPr sz="3200" spc="-110" dirty="0">
                <a:solidFill>
                  <a:srgbClr val="333D4D"/>
                </a:solidFill>
                <a:latin typeface="Arial"/>
                <a:cs typeface="Arial"/>
              </a:rPr>
              <a:t>as</a:t>
            </a:r>
            <a:r>
              <a:rPr sz="3200" spc="-2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D4D"/>
                </a:solidFill>
                <a:latin typeface="Arial"/>
                <a:cs typeface="Arial"/>
              </a:rPr>
              <a:t>the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	</a:t>
            </a:r>
            <a:r>
              <a:rPr sz="3200" spc="135" dirty="0">
                <a:solidFill>
                  <a:srgbClr val="333D4D"/>
                </a:solidFill>
                <a:latin typeface="Arial"/>
                <a:cs typeface="Arial"/>
              </a:rPr>
              <a:t>primary</a:t>
            </a:r>
            <a:r>
              <a:rPr sz="3200" spc="-2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450" b="1" spc="-165" dirty="0">
                <a:solidFill>
                  <a:srgbClr val="032F5D"/>
                </a:solidFill>
                <a:latin typeface="Arial"/>
                <a:cs typeface="Arial"/>
              </a:rPr>
              <a:t>Pub-</a:t>
            </a:r>
            <a:r>
              <a:rPr sz="3450" b="1" spc="-185" dirty="0">
                <a:solidFill>
                  <a:srgbClr val="032F5D"/>
                </a:solidFill>
                <a:latin typeface="Arial"/>
                <a:cs typeface="Arial"/>
              </a:rPr>
              <a:t>Sub</a:t>
            </a:r>
            <a:r>
              <a:rPr sz="3450" b="1" spc="-175" dirty="0">
                <a:solidFill>
                  <a:srgbClr val="032F5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33D4D"/>
                </a:solidFill>
                <a:latin typeface="Arial"/>
                <a:cs typeface="Arial"/>
              </a:rPr>
              <a:t>engine.</a:t>
            </a:r>
            <a:r>
              <a:rPr sz="3200" spc="-3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33D4D"/>
                </a:solidFill>
                <a:latin typeface="Arial"/>
                <a:cs typeface="Arial"/>
              </a:rPr>
              <a:t>They</a:t>
            </a:r>
            <a:endParaRPr sz="3200">
              <a:latin typeface="Arial"/>
              <a:cs typeface="Arial"/>
            </a:endParaRPr>
          </a:p>
          <a:p>
            <a:pPr marL="13335" marR="584835" indent="-1270">
              <a:lnSpc>
                <a:spcPct val="126000"/>
              </a:lnSpc>
              <a:spcBef>
                <a:spcPts val="70"/>
              </a:spcBef>
            </a:pPr>
            <a:r>
              <a:rPr sz="3200" spc="90" dirty="0">
                <a:solidFill>
                  <a:srgbClr val="333D4D"/>
                </a:solidFill>
                <a:latin typeface="Arial"/>
                <a:cs typeface="Arial"/>
              </a:rPr>
              <a:t>decouple</a:t>
            </a:r>
            <a:r>
              <a:rPr sz="3200" spc="-9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333D4D"/>
                </a:solidFill>
                <a:latin typeface="Arial"/>
                <a:cs typeface="Arial"/>
              </a:rPr>
              <a:t>high-</a:t>
            </a:r>
            <a:r>
              <a:rPr sz="3200" spc="65" dirty="0">
                <a:solidFill>
                  <a:srgbClr val="333D4D"/>
                </a:solidFill>
                <a:latin typeface="Arial"/>
                <a:cs typeface="Arial"/>
              </a:rPr>
              <a:t>speed</a:t>
            </a:r>
            <a:r>
              <a:rPr sz="3200" spc="1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95" dirty="0">
                <a:solidFill>
                  <a:srgbClr val="333D4D"/>
                </a:solidFill>
                <a:latin typeface="Arial"/>
                <a:cs typeface="Arial"/>
              </a:rPr>
              <a:t>ingestion</a:t>
            </a:r>
            <a:r>
              <a:rPr sz="3200" spc="-5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220" dirty="0">
                <a:solidFill>
                  <a:srgbClr val="333D4D"/>
                </a:solidFill>
                <a:latin typeface="Arial"/>
                <a:cs typeface="Arial"/>
              </a:rPr>
              <a:t>from</a:t>
            </a:r>
            <a:r>
              <a:rPr sz="3200" spc="-30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333D4D"/>
                </a:solidFill>
                <a:latin typeface="Arial"/>
                <a:cs typeface="Arial"/>
              </a:rPr>
              <a:t>slow-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speed</a:t>
            </a:r>
            <a:r>
              <a:rPr sz="3200" spc="-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D4D"/>
                </a:solidFill>
                <a:latin typeface="Arial"/>
                <a:cs typeface="Arial"/>
              </a:rPr>
              <a:t>storage.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9442" y="7500904"/>
            <a:ext cx="8220075" cy="1726564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741045" algn="l"/>
              </a:tabLst>
            </a:pPr>
            <a:r>
              <a:rPr sz="4350" b="1" spc="85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350" b="1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200" spc="75" dirty="0">
                <a:solidFill>
                  <a:srgbClr val="333D4D"/>
                </a:solidFill>
                <a:latin typeface="Arial"/>
                <a:cs typeface="Arial"/>
              </a:rPr>
              <a:t>Supports</a:t>
            </a:r>
            <a:r>
              <a:rPr sz="3200" spc="-11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333D4D"/>
                </a:solidFill>
                <a:latin typeface="Arial"/>
                <a:cs typeface="Arial"/>
              </a:rPr>
              <a:t>1M+</a:t>
            </a:r>
            <a:r>
              <a:rPr sz="3200" spc="2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45" dirty="0">
                <a:solidFill>
                  <a:srgbClr val="333D4D"/>
                </a:solidFill>
                <a:latin typeface="Arial"/>
                <a:cs typeface="Arial"/>
              </a:rPr>
              <a:t>concurrent</a:t>
            </a:r>
            <a:r>
              <a:rPr sz="3200" spc="1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33D4D"/>
                </a:solidFill>
                <a:latin typeface="Arial"/>
                <a:cs typeface="Arial"/>
              </a:rPr>
              <a:t>connections.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4350" b="1" spc="185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endParaRPr sz="4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40697" y="8685300"/>
            <a:ext cx="480695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120" dirty="0">
                <a:solidFill>
                  <a:srgbClr val="333D4D"/>
                </a:solidFill>
                <a:latin typeface="Arial"/>
                <a:cs typeface="Arial"/>
              </a:rPr>
              <a:t>Integrated</a:t>
            </a:r>
            <a:r>
              <a:rPr sz="3200" spc="-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0" dirty="0">
                <a:solidFill>
                  <a:srgbClr val="333D4D"/>
                </a:solidFill>
                <a:latin typeface="Arial"/>
                <a:cs typeface="Arial"/>
              </a:rPr>
              <a:t>security</a:t>
            </a:r>
            <a:r>
              <a:rPr sz="3200" spc="-14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333D4D"/>
                </a:solidFill>
                <a:latin typeface="Arial"/>
                <a:cs typeface="Arial"/>
              </a:rPr>
              <a:t>rules.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707395" y="4125688"/>
            <a:ext cx="419798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175" dirty="0">
                <a:solidFill>
                  <a:srgbClr val="82A17E"/>
                </a:solidFill>
                <a:latin typeface="Arial"/>
                <a:cs typeface="Arial"/>
              </a:rPr>
              <a:t>�</a:t>
            </a:r>
            <a:r>
              <a:rPr sz="2000" spc="175" dirty="0">
                <a:solidFill>
                  <a:srgbClr val="110C11"/>
                </a:solidFill>
                <a:latin typeface="Arial"/>
                <a:cs typeface="Arial"/>
              </a:rPr>
              <a:t>MQTT</a:t>
            </a:r>
            <a:r>
              <a:rPr sz="2000" spc="-360" dirty="0">
                <a:solidFill>
                  <a:srgbClr val="110C11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110C11"/>
                </a:solidFill>
                <a:latin typeface="Arial"/>
                <a:cs typeface="Arial"/>
              </a:rPr>
              <a:t>Broker</a:t>
            </a:r>
            <a:r>
              <a:rPr sz="2000" spc="-55" dirty="0">
                <a:solidFill>
                  <a:srgbClr val="110C1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10C11"/>
                </a:solidFill>
                <a:latin typeface="Arial"/>
                <a:cs typeface="Arial"/>
              </a:rPr>
              <a:t>Architecture</a:t>
            </a:r>
            <a:r>
              <a:rPr sz="2000" spc="-155" dirty="0">
                <a:solidFill>
                  <a:srgbClr val="110C11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110C11"/>
                </a:solidFill>
                <a:latin typeface="Arial"/>
                <a:cs typeface="Arial"/>
              </a:rPr>
              <a:t>Diagram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58581"/>
            <a:ext cx="157308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4664" y="1842831"/>
            <a:ext cx="534849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5941" y="1842831"/>
            <a:ext cx="503387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7983" y="1842831"/>
            <a:ext cx="1636010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06917" y="1842831"/>
            <a:ext cx="959582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86732" y="1858581"/>
            <a:ext cx="361810" cy="566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27198" y="1842831"/>
            <a:ext cx="1164083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54205" y="1842831"/>
            <a:ext cx="361810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51980" y="1827085"/>
            <a:ext cx="4609144" cy="59849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4" name="object 14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</a:pPr>
            <a:r>
              <a:rPr sz="1800" b="1" spc="105" dirty="0">
                <a:solidFill>
                  <a:srgbClr val="999999"/>
                </a:solidFill>
                <a:latin typeface="Arial"/>
                <a:cs typeface="Arial"/>
              </a:rPr>
              <a:t>600</a:t>
            </a:r>
            <a:r>
              <a:rPr sz="1800" b="1" spc="-7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050" b="1" spc="70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38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999999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456630" y="648888"/>
            <a:ext cx="814069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dirty="0">
                <a:solidFill>
                  <a:srgbClr val="999999"/>
                </a:solidFill>
                <a:latin typeface="Arial"/>
                <a:cs typeface="Arial"/>
              </a:rPr>
              <a:t>600</a:t>
            </a:r>
            <a:r>
              <a:rPr sz="1350" spc="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950" spc="10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350" spc="35" dirty="0">
                <a:solidFill>
                  <a:srgbClr val="999999"/>
                </a:solidFill>
                <a:latin typeface="Arial"/>
                <a:cs typeface="Arial"/>
              </a:rPr>
              <a:t>400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72989" y="1779738"/>
            <a:ext cx="236220" cy="673735"/>
          </a:xfrm>
          <a:prstGeom prst="rect">
            <a:avLst/>
          </a:prstGeom>
          <a:solidFill>
            <a:srgbClr val="03315E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50" dirty="0">
                <a:solidFill>
                  <a:srgbClr val="FBFDFB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90220" y="4133563"/>
            <a:ext cx="410337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90" dirty="0">
                <a:solidFill>
                  <a:srgbClr val="83A17E"/>
                </a:solidFill>
                <a:latin typeface="Arial"/>
                <a:cs typeface="Arial"/>
              </a:rPr>
              <a:t>�</a:t>
            </a:r>
            <a:r>
              <a:rPr sz="2000" spc="90" dirty="0">
                <a:solidFill>
                  <a:srgbClr val="130F15"/>
                </a:solidFill>
                <a:latin typeface="Arial"/>
                <a:cs typeface="Arial"/>
              </a:rPr>
              <a:t>Industrial</a:t>
            </a:r>
            <a:r>
              <a:rPr sz="2000" spc="-265" dirty="0">
                <a:solidFill>
                  <a:srgbClr val="130F15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130F15"/>
                </a:solidFill>
                <a:latin typeface="Arial"/>
                <a:cs typeface="Arial"/>
              </a:rPr>
              <a:t>Edge</a:t>
            </a:r>
            <a:r>
              <a:rPr sz="2000" spc="-240" dirty="0">
                <a:solidFill>
                  <a:srgbClr val="130F15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130F15"/>
                </a:solidFill>
                <a:latin typeface="Arial"/>
                <a:cs typeface="Arial"/>
              </a:rPr>
              <a:t>Gateway</a:t>
            </a:r>
            <a:r>
              <a:rPr sz="2000" spc="-90" dirty="0">
                <a:solidFill>
                  <a:srgbClr val="130F15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130F15"/>
                </a:solidFill>
                <a:latin typeface="Arial"/>
                <a:cs typeface="Arial"/>
              </a:rPr>
              <a:t>Hardware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32880" y="3783126"/>
            <a:ext cx="4518660" cy="668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200" b="1" spc="165" dirty="0">
                <a:solidFill>
                  <a:srgbClr val="AA2A2D"/>
                </a:solidFill>
                <a:latin typeface="Arial"/>
                <a:cs typeface="Arial"/>
              </a:rPr>
              <a:t>Bridging</a:t>
            </a:r>
            <a:r>
              <a:rPr sz="4200" b="1" spc="-23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200" b="1" dirty="0">
                <a:solidFill>
                  <a:srgbClr val="AA2A2D"/>
                </a:solidFill>
                <a:latin typeface="Arial"/>
                <a:cs typeface="Arial"/>
              </a:rPr>
              <a:t>OT</a:t>
            </a:r>
            <a:r>
              <a:rPr sz="4200" b="1" spc="-29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200" b="1" dirty="0">
                <a:solidFill>
                  <a:srgbClr val="AA2A2D"/>
                </a:solidFill>
                <a:latin typeface="Arial"/>
                <a:cs typeface="Arial"/>
              </a:rPr>
              <a:t>to</a:t>
            </a:r>
            <a:r>
              <a:rPr sz="4200" b="1" spc="15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200" b="1" spc="-25" dirty="0">
                <a:solidFill>
                  <a:srgbClr val="AA2A2D"/>
                </a:solidFill>
                <a:latin typeface="Arial"/>
                <a:cs typeface="Arial"/>
              </a:rPr>
              <a:t>IT</a:t>
            </a:r>
            <a:endParaRPr sz="4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39013" y="4801360"/>
            <a:ext cx="8383905" cy="4168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0795">
              <a:lnSpc>
                <a:spcPct val="125699"/>
              </a:lnSpc>
              <a:spcBef>
                <a:spcPts val="110"/>
              </a:spcBef>
            </a:pPr>
            <a:r>
              <a:rPr sz="3200" spc="-40" dirty="0">
                <a:solidFill>
                  <a:srgbClr val="333D4D"/>
                </a:solidFill>
                <a:latin typeface="Arial"/>
                <a:cs typeface="Arial"/>
              </a:rPr>
              <a:t>Legacy</a:t>
            </a:r>
            <a:r>
              <a:rPr sz="3200" spc="-2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333D4D"/>
                </a:solidFill>
                <a:latin typeface="Arial"/>
                <a:cs typeface="Arial"/>
              </a:rPr>
              <a:t>machines</a:t>
            </a:r>
            <a:r>
              <a:rPr sz="3200" spc="-1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speak</a:t>
            </a:r>
            <a:r>
              <a:rPr sz="3200" spc="-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Mod</a:t>
            </a:r>
            <a:r>
              <a:rPr sz="3200" spc="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33D4D"/>
                </a:solidFill>
                <a:latin typeface="Arial"/>
                <a:cs typeface="Arial"/>
              </a:rPr>
              <a:t>bus</a:t>
            </a:r>
            <a:r>
              <a:rPr sz="3200" spc="-29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33D4D"/>
                </a:solidFill>
                <a:latin typeface="Arial"/>
                <a:cs typeface="Arial"/>
              </a:rPr>
              <a:t>or</a:t>
            </a:r>
            <a:r>
              <a:rPr sz="3200" spc="18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33D4D"/>
                </a:solidFill>
                <a:latin typeface="Arial"/>
                <a:cs typeface="Arial"/>
              </a:rPr>
              <a:t>Profinet. </a:t>
            </a:r>
            <a:r>
              <a:rPr sz="3200" spc="125" dirty="0">
                <a:solidFill>
                  <a:srgbClr val="333D4D"/>
                </a:solidFill>
                <a:latin typeface="Arial"/>
                <a:cs typeface="Arial"/>
              </a:rPr>
              <a:t>The</a:t>
            </a:r>
            <a:r>
              <a:rPr sz="3200" spc="-2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b="1" spc="-30" dirty="0">
                <a:solidFill>
                  <a:srgbClr val="03315E"/>
                </a:solidFill>
                <a:latin typeface="Arial"/>
                <a:cs typeface="Arial"/>
              </a:rPr>
              <a:t>Edge</a:t>
            </a:r>
            <a:r>
              <a:rPr sz="3100" b="1" spc="-204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100" b="1" spc="120" dirty="0">
                <a:solidFill>
                  <a:srgbClr val="03315E"/>
                </a:solidFill>
                <a:latin typeface="Arial"/>
                <a:cs typeface="Arial"/>
              </a:rPr>
              <a:t>Gateway</a:t>
            </a:r>
            <a:r>
              <a:rPr sz="3100" b="1" spc="-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00" spc="65" dirty="0">
                <a:solidFill>
                  <a:srgbClr val="333D4D"/>
                </a:solidFill>
                <a:latin typeface="Arial"/>
                <a:cs typeface="Arial"/>
              </a:rPr>
              <a:t>translates</a:t>
            </a:r>
            <a:r>
              <a:rPr sz="3200" spc="-10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33D4D"/>
                </a:solidFill>
                <a:latin typeface="Arial"/>
                <a:cs typeface="Arial"/>
              </a:rPr>
              <a:t>these</a:t>
            </a:r>
            <a:r>
              <a:rPr sz="3200" spc="-14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35" dirty="0">
                <a:solidFill>
                  <a:srgbClr val="333D4D"/>
                </a:solidFill>
                <a:latin typeface="Arial"/>
                <a:cs typeface="Arial"/>
              </a:rPr>
              <a:t>binary field</a:t>
            </a:r>
            <a:r>
              <a:rPr sz="3200" spc="-1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25" dirty="0">
                <a:solidFill>
                  <a:srgbClr val="333D4D"/>
                </a:solidFill>
                <a:latin typeface="Arial"/>
                <a:cs typeface="Arial"/>
              </a:rPr>
              <a:t>protocols</a:t>
            </a:r>
            <a:r>
              <a:rPr sz="3200" spc="-6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215" dirty="0">
                <a:solidFill>
                  <a:srgbClr val="333D4D"/>
                </a:solidFill>
                <a:latin typeface="Arial"/>
                <a:cs typeface="Arial"/>
              </a:rPr>
              <a:t>into</a:t>
            </a:r>
            <a:r>
              <a:rPr sz="3200" spc="-17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03315E"/>
                </a:solidFill>
                <a:latin typeface="Arial"/>
                <a:cs typeface="Arial"/>
              </a:rPr>
              <a:t>JSON/MQTT</a:t>
            </a:r>
            <a:r>
              <a:rPr sz="3300" b="1" spc="140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for</a:t>
            </a:r>
            <a:r>
              <a:rPr sz="3200" spc="509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33D4D"/>
                </a:solidFill>
                <a:latin typeface="Arial"/>
                <a:cs typeface="Arial"/>
              </a:rPr>
              <a:t>Cloud </a:t>
            </a:r>
            <a:r>
              <a:rPr sz="3200" spc="95" dirty="0">
                <a:solidFill>
                  <a:srgbClr val="333D4D"/>
                </a:solidFill>
                <a:latin typeface="Arial"/>
                <a:cs typeface="Arial"/>
              </a:rPr>
              <a:t>consumption.</a:t>
            </a:r>
            <a:endParaRPr sz="3200">
              <a:latin typeface="Arial"/>
              <a:cs typeface="Arial"/>
            </a:endParaRPr>
          </a:p>
          <a:p>
            <a:pPr marL="14604" marR="1729105" indent="6350">
              <a:lnSpc>
                <a:spcPct val="126000"/>
              </a:lnSpc>
              <a:spcBef>
                <a:spcPts val="3470"/>
              </a:spcBef>
            </a:pP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Essential</a:t>
            </a:r>
            <a:r>
              <a:rPr sz="3200" spc="-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for</a:t>
            </a:r>
            <a:r>
              <a:rPr sz="3200" spc="49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333D4D"/>
                </a:solidFill>
                <a:latin typeface="Arial"/>
                <a:cs typeface="Arial"/>
              </a:rPr>
              <a:t>securing</a:t>
            </a:r>
            <a:r>
              <a:rPr sz="3200" spc="-19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33D4D"/>
                </a:solidFill>
                <a:latin typeface="Arial"/>
                <a:cs typeface="Arial"/>
              </a:rPr>
              <a:t>''Brownfield'' </a:t>
            </a:r>
            <a:r>
              <a:rPr sz="3200" spc="105" dirty="0">
                <a:solidFill>
                  <a:srgbClr val="333D4D"/>
                </a:solidFill>
                <a:latin typeface="Arial"/>
                <a:cs typeface="Arial"/>
              </a:rPr>
              <a:t>environments.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58581"/>
            <a:ext cx="157308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437" y="1858581"/>
            <a:ext cx="377540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52902" y="1858581"/>
            <a:ext cx="534849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0674" y="1842831"/>
            <a:ext cx="1698933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69841" y="1827085"/>
            <a:ext cx="613503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87846" y="1842831"/>
            <a:ext cx="849466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0236" y="1827085"/>
            <a:ext cx="566311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45202" y="1842831"/>
            <a:ext cx="503387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27242" y="1842831"/>
            <a:ext cx="1730396" cy="5827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26036" y="2945329"/>
            <a:ext cx="204501" cy="6142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52073" y="5071573"/>
            <a:ext cx="2516939" cy="160649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90308" y="7638816"/>
            <a:ext cx="456195" cy="45674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124139" y="8253064"/>
            <a:ext cx="660696" cy="116549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490308" y="9623310"/>
            <a:ext cx="456195" cy="165374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137450" y="4362822"/>
            <a:ext cx="0" cy="2599055"/>
          </a:xfrm>
          <a:custGeom>
            <a:avLst/>
            <a:gdLst/>
            <a:ahLst/>
            <a:cxnLst/>
            <a:rect l="l" t="t" r="r" b="b"/>
            <a:pathLst>
              <a:path h="2599054">
                <a:moveTo>
                  <a:pt x="0" y="2598743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718401" y="8095563"/>
            <a:ext cx="0" cy="1527810"/>
          </a:xfrm>
          <a:custGeom>
            <a:avLst/>
            <a:gdLst/>
            <a:ahLst/>
            <a:cxnLst/>
            <a:rect l="l" t="t" r="r" b="b"/>
            <a:pathLst>
              <a:path h="1527809">
                <a:moveTo>
                  <a:pt x="0" y="1527746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718401" y="6930066"/>
            <a:ext cx="0" cy="709295"/>
          </a:xfrm>
          <a:custGeom>
            <a:avLst/>
            <a:gdLst/>
            <a:ahLst/>
            <a:cxnLst/>
            <a:rect l="l" t="t" r="r" b="b"/>
            <a:pathLst>
              <a:path h="709295">
                <a:moveTo>
                  <a:pt x="0" y="708748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267891" y="4362822"/>
            <a:ext cx="0" cy="2599055"/>
          </a:xfrm>
          <a:custGeom>
            <a:avLst/>
            <a:gdLst/>
            <a:ahLst/>
            <a:cxnLst/>
            <a:rect l="l" t="t" r="r" b="b"/>
            <a:pathLst>
              <a:path h="2599054">
                <a:moveTo>
                  <a:pt x="0" y="2598743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645433" y="4362822"/>
            <a:ext cx="0" cy="2614930"/>
          </a:xfrm>
          <a:custGeom>
            <a:avLst/>
            <a:gdLst/>
            <a:ahLst/>
            <a:cxnLst/>
            <a:rect l="l" t="t" r="r" b="b"/>
            <a:pathLst>
              <a:path h="2614929">
                <a:moveTo>
                  <a:pt x="0" y="2614493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548867" y="9418559"/>
            <a:ext cx="0" cy="1874520"/>
          </a:xfrm>
          <a:custGeom>
            <a:avLst/>
            <a:gdLst/>
            <a:ahLst/>
            <a:cxnLst/>
            <a:rect l="l" t="t" r="r" b="b"/>
            <a:pathLst>
              <a:path h="1874520">
                <a:moveTo>
                  <a:pt x="0" y="1874245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548867" y="6930066"/>
            <a:ext cx="0" cy="1323340"/>
          </a:xfrm>
          <a:custGeom>
            <a:avLst/>
            <a:gdLst/>
            <a:ahLst/>
            <a:cxnLst/>
            <a:rect l="l" t="t" r="r" b="b"/>
            <a:pathLst>
              <a:path h="1323340">
                <a:moveTo>
                  <a:pt x="0" y="1322996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216337" y="330832"/>
            <a:ext cx="0" cy="882015"/>
          </a:xfrm>
          <a:custGeom>
            <a:avLst/>
            <a:gdLst/>
            <a:ahLst/>
            <a:cxnLst/>
            <a:rect l="l" t="t" r="r" b="b"/>
            <a:pathLst>
              <a:path h="882015">
                <a:moveTo>
                  <a:pt x="0" y="8819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460166" y="4362822"/>
            <a:ext cx="0" cy="2614930"/>
          </a:xfrm>
          <a:custGeom>
            <a:avLst/>
            <a:gdLst/>
            <a:ahLst/>
            <a:cxnLst/>
            <a:rect l="l" t="t" r="r" b="b"/>
            <a:pathLst>
              <a:path h="2614929">
                <a:moveTo>
                  <a:pt x="0" y="2614493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00606" y="1197080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4">
                <a:moveTo>
                  <a:pt x="0" y="0"/>
                </a:moveTo>
                <a:lnTo>
                  <a:pt x="130566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629702" y="4386447"/>
            <a:ext cx="3854450" cy="0"/>
          </a:xfrm>
          <a:custGeom>
            <a:avLst/>
            <a:gdLst/>
            <a:ahLst/>
            <a:cxnLst/>
            <a:rect l="l" t="t" r="r" b="b"/>
            <a:pathLst>
              <a:path w="3854450">
                <a:moveTo>
                  <a:pt x="0" y="0"/>
                </a:moveTo>
                <a:lnTo>
                  <a:pt x="3854061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121719" y="4386447"/>
            <a:ext cx="3178175" cy="0"/>
          </a:xfrm>
          <a:custGeom>
            <a:avLst/>
            <a:gdLst/>
            <a:ahLst/>
            <a:cxnLst/>
            <a:rect l="l" t="t" r="r" b="b"/>
            <a:pathLst>
              <a:path w="3178175">
                <a:moveTo>
                  <a:pt x="0" y="0"/>
                </a:moveTo>
                <a:lnTo>
                  <a:pt x="3177634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121719" y="6937941"/>
            <a:ext cx="3178175" cy="0"/>
          </a:xfrm>
          <a:custGeom>
            <a:avLst/>
            <a:gdLst/>
            <a:ahLst/>
            <a:cxnLst/>
            <a:rect l="l" t="t" r="r" b="b"/>
            <a:pathLst>
              <a:path w="3178175">
                <a:moveTo>
                  <a:pt x="0" y="0"/>
                </a:moveTo>
                <a:lnTo>
                  <a:pt x="3177634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629702" y="6937941"/>
            <a:ext cx="3854450" cy="0"/>
          </a:xfrm>
          <a:custGeom>
            <a:avLst/>
            <a:gdLst/>
            <a:ahLst/>
            <a:cxnLst/>
            <a:rect l="l" t="t" r="r" b="b"/>
            <a:pathLst>
              <a:path w="3854450">
                <a:moveTo>
                  <a:pt x="0" y="0"/>
                </a:moveTo>
                <a:lnTo>
                  <a:pt x="3854061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946499" y="7851439"/>
            <a:ext cx="3634104" cy="0"/>
          </a:xfrm>
          <a:custGeom>
            <a:avLst/>
            <a:gdLst/>
            <a:ahLst/>
            <a:cxnLst/>
            <a:rect l="l" t="t" r="r" b="b"/>
            <a:pathLst>
              <a:path w="3634105">
                <a:moveTo>
                  <a:pt x="0" y="0"/>
                </a:moveTo>
                <a:lnTo>
                  <a:pt x="3633829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694805" y="8489312"/>
            <a:ext cx="440690" cy="0"/>
          </a:xfrm>
          <a:custGeom>
            <a:avLst/>
            <a:gdLst/>
            <a:ahLst/>
            <a:cxnLst/>
            <a:rect l="l" t="t" r="r" b="b"/>
            <a:pathLst>
              <a:path w="440690">
                <a:moveTo>
                  <a:pt x="0" y="0"/>
                </a:moveTo>
                <a:lnTo>
                  <a:pt x="440464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852113" y="9205935"/>
            <a:ext cx="614045" cy="0"/>
          </a:xfrm>
          <a:custGeom>
            <a:avLst/>
            <a:gdLst/>
            <a:ahLst/>
            <a:cxnLst/>
            <a:rect l="l" t="t" r="r" b="b"/>
            <a:pathLst>
              <a:path w="614044">
                <a:moveTo>
                  <a:pt x="0" y="0"/>
                </a:moveTo>
                <a:lnTo>
                  <a:pt x="613503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793784" y="9205935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348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946499" y="9867434"/>
            <a:ext cx="3634104" cy="0"/>
          </a:xfrm>
          <a:custGeom>
            <a:avLst/>
            <a:gdLst/>
            <a:ahLst/>
            <a:cxnLst/>
            <a:rect l="l" t="t" r="r" b="b"/>
            <a:pathLst>
              <a:path w="3634105">
                <a:moveTo>
                  <a:pt x="0" y="0"/>
                </a:moveTo>
                <a:lnTo>
                  <a:pt x="3633829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946499" y="10513182"/>
            <a:ext cx="3618229" cy="0"/>
          </a:xfrm>
          <a:custGeom>
            <a:avLst/>
            <a:gdLst/>
            <a:ahLst/>
            <a:cxnLst/>
            <a:rect l="l" t="t" r="r" b="b"/>
            <a:pathLst>
              <a:path w="3618230">
                <a:moveTo>
                  <a:pt x="0" y="0"/>
                </a:moveTo>
                <a:lnTo>
                  <a:pt x="3618098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2946499" y="11190430"/>
            <a:ext cx="3634104" cy="0"/>
          </a:xfrm>
          <a:custGeom>
            <a:avLst/>
            <a:gdLst/>
            <a:ahLst/>
            <a:cxnLst/>
            <a:rect l="l" t="t" r="r" b="b"/>
            <a:pathLst>
              <a:path w="3634105">
                <a:moveTo>
                  <a:pt x="0" y="0"/>
                </a:moveTo>
                <a:lnTo>
                  <a:pt x="3633829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455037" y="874629"/>
            <a:ext cx="110489" cy="191770"/>
          </a:xfrm>
          <a:prstGeom prst="rect">
            <a:avLst/>
          </a:prstGeom>
          <a:solidFill>
            <a:srgbClr val="DBDBDB"/>
          </a:solidFill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1050" b="1" spc="20" dirty="0">
                <a:solidFill>
                  <a:srgbClr val="A3A3A3"/>
                </a:solidFill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  <a:tabLst>
                <a:tab pos="1002030" algn="l"/>
              </a:tabLst>
            </a:pPr>
            <a:r>
              <a:rPr sz="1800" b="1" spc="80" dirty="0">
                <a:solidFill>
                  <a:srgbClr val="919191"/>
                </a:solidFill>
                <a:latin typeface="Arial"/>
                <a:cs typeface="Arial"/>
              </a:rPr>
              <a:t>600</a:t>
            </a:r>
            <a:r>
              <a:rPr sz="1800" b="1" dirty="0">
                <a:solidFill>
                  <a:srgbClr val="919191"/>
                </a:solidFill>
                <a:latin typeface="Arial"/>
                <a:cs typeface="Arial"/>
              </a:rPr>
              <a:t>	</a:t>
            </a:r>
            <a:r>
              <a:rPr sz="1800" b="1" spc="60" dirty="0">
                <a:solidFill>
                  <a:srgbClr val="919191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455256" y="637076"/>
            <a:ext cx="32766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40" dirty="0">
                <a:solidFill>
                  <a:srgbClr val="919191"/>
                </a:solidFill>
                <a:latin typeface="Times New Roman"/>
                <a:cs typeface="Times New Roman"/>
              </a:rPr>
              <a:t>600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811712" y="642450"/>
            <a:ext cx="458470" cy="249554"/>
          </a:xfrm>
          <a:prstGeom prst="rect">
            <a:avLst/>
          </a:prstGeom>
          <a:solidFill>
            <a:srgbClr val="DBDBDB"/>
          </a:solidFill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1450" spc="125" dirty="0">
                <a:solidFill>
                  <a:srgbClr val="A3A3A3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59486" y="1779738"/>
            <a:ext cx="236220" cy="673735"/>
          </a:xfrm>
          <a:prstGeom prst="rect">
            <a:avLst/>
          </a:prstGeom>
          <a:solidFill>
            <a:srgbClr val="033162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210" dirty="0">
                <a:solidFill>
                  <a:srgbClr val="FBFDFD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17611" y="2905066"/>
            <a:ext cx="8161655" cy="35172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36290" algn="l"/>
              </a:tabLst>
            </a:pPr>
            <a:r>
              <a:rPr sz="4100" b="1" spc="345" dirty="0">
                <a:solidFill>
                  <a:srgbClr val="AA2A2D"/>
                </a:solidFill>
                <a:latin typeface="Arial"/>
                <a:cs typeface="Arial"/>
              </a:rPr>
              <a:t>Mutual</a:t>
            </a:r>
            <a:r>
              <a:rPr sz="4100" b="1" spc="-204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100" b="1" spc="-290" dirty="0">
                <a:solidFill>
                  <a:srgbClr val="AA2A2D"/>
                </a:solidFill>
                <a:latin typeface="Arial"/>
                <a:cs typeface="Arial"/>
              </a:rPr>
              <a:t>TLS</a:t>
            </a:r>
            <a:r>
              <a:rPr sz="4100" b="1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4100" b="1" spc="-20" dirty="0">
                <a:solidFill>
                  <a:srgbClr val="AA2A2D"/>
                </a:solidFill>
                <a:latin typeface="Arial"/>
                <a:cs typeface="Arial"/>
              </a:rPr>
              <a:t>mTLS</a:t>
            </a:r>
            <a:endParaRPr sz="4100">
              <a:latin typeface="Arial"/>
              <a:cs typeface="Arial"/>
            </a:endParaRPr>
          </a:p>
          <a:p>
            <a:pPr marL="20955" marR="5080" indent="4445">
              <a:lnSpc>
                <a:spcPct val="120300"/>
              </a:lnSpc>
              <a:spcBef>
                <a:spcPts val="3200"/>
              </a:spcBef>
            </a:pPr>
            <a:r>
              <a:rPr sz="3350" b="1" spc="-95" dirty="0">
                <a:solidFill>
                  <a:srgbClr val="363F4B"/>
                </a:solidFill>
                <a:latin typeface="Arial"/>
                <a:cs typeface="Arial"/>
              </a:rPr>
              <a:t>Unlike</a:t>
            </a:r>
            <a:r>
              <a:rPr sz="3350" b="1" spc="-16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25" dirty="0">
                <a:solidFill>
                  <a:srgbClr val="363F4B"/>
                </a:solidFill>
                <a:latin typeface="Arial"/>
                <a:cs typeface="Arial"/>
              </a:rPr>
              <a:t>standard</a:t>
            </a:r>
            <a:r>
              <a:rPr sz="3350" b="1" spc="-5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00" dirty="0">
                <a:solidFill>
                  <a:srgbClr val="363F4B"/>
                </a:solidFill>
                <a:latin typeface="Arial"/>
                <a:cs typeface="Arial"/>
              </a:rPr>
              <a:t>web</a:t>
            </a:r>
            <a:r>
              <a:rPr sz="3350" b="1" spc="-20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55" dirty="0">
                <a:solidFill>
                  <a:srgbClr val="363F4B"/>
                </a:solidFill>
                <a:latin typeface="Arial"/>
                <a:cs typeface="Arial"/>
              </a:rPr>
              <a:t>browsing,</a:t>
            </a:r>
            <a:r>
              <a:rPr sz="3350" b="1" spc="5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363F4B"/>
                </a:solidFill>
                <a:latin typeface="Arial"/>
                <a:cs typeface="Arial"/>
              </a:rPr>
              <a:t>loT</a:t>
            </a:r>
            <a:r>
              <a:rPr sz="3350" b="1" spc="-31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90" dirty="0">
                <a:solidFill>
                  <a:srgbClr val="363F4B"/>
                </a:solidFill>
                <a:latin typeface="Arial"/>
                <a:cs typeface="Arial"/>
              </a:rPr>
              <a:t>devices </a:t>
            </a:r>
            <a:r>
              <a:rPr sz="3350" b="1" spc="-160" dirty="0">
                <a:solidFill>
                  <a:srgbClr val="363F4B"/>
                </a:solidFill>
                <a:latin typeface="Arial"/>
                <a:cs typeface="Arial"/>
              </a:rPr>
              <a:t>must</a:t>
            </a:r>
            <a:r>
              <a:rPr sz="3350" b="1" spc="-18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10" dirty="0">
                <a:solidFill>
                  <a:srgbClr val="363F4B"/>
                </a:solidFill>
                <a:latin typeface="Arial"/>
                <a:cs typeface="Arial"/>
              </a:rPr>
              <a:t>prove</a:t>
            </a:r>
            <a:r>
              <a:rPr sz="3350" b="1" spc="-7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50" dirty="0">
                <a:solidFill>
                  <a:srgbClr val="363F4B"/>
                </a:solidFill>
                <a:latin typeface="Arial"/>
                <a:cs typeface="Arial"/>
              </a:rPr>
              <a:t>their</a:t>
            </a:r>
            <a:r>
              <a:rPr sz="3350" b="1" spc="-14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40" dirty="0">
                <a:solidFill>
                  <a:srgbClr val="363F4B"/>
                </a:solidFill>
                <a:latin typeface="Arial"/>
                <a:cs typeface="Arial"/>
              </a:rPr>
              <a:t>identity</a:t>
            </a:r>
            <a:r>
              <a:rPr sz="3350" b="1" spc="-21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25" dirty="0">
                <a:solidFill>
                  <a:srgbClr val="363F4B"/>
                </a:solidFill>
                <a:latin typeface="Arial"/>
                <a:cs typeface="Arial"/>
              </a:rPr>
              <a:t>to</a:t>
            </a:r>
            <a:r>
              <a:rPr sz="3350" b="1" spc="-229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45" dirty="0">
                <a:solidFill>
                  <a:srgbClr val="363F4B"/>
                </a:solidFill>
                <a:latin typeface="Arial"/>
                <a:cs typeface="Arial"/>
              </a:rPr>
              <a:t>the</a:t>
            </a:r>
            <a:r>
              <a:rPr sz="3350" b="1" spc="-26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45" dirty="0">
                <a:solidFill>
                  <a:srgbClr val="363F4B"/>
                </a:solidFill>
                <a:latin typeface="Arial"/>
                <a:cs typeface="Arial"/>
              </a:rPr>
              <a:t>cloud,</a:t>
            </a:r>
            <a:r>
              <a:rPr sz="3350" b="1" spc="-17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25" dirty="0">
                <a:solidFill>
                  <a:srgbClr val="363F4B"/>
                </a:solidFill>
                <a:latin typeface="Arial"/>
                <a:cs typeface="Arial"/>
              </a:rPr>
              <a:t>and </a:t>
            </a:r>
            <a:r>
              <a:rPr sz="3350" b="1" spc="-155" dirty="0">
                <a:solidFill>
                  <a:srgbClr val="363F4B"/>
                </a:solidFill>
                <a:latin typeface="Arial"/>
                <a:cs typeface="Arial"/>
              </a:rPr>
              <a:t>vice</a:t>
            </a:r>
            <a:r>
              <a:rPr sz="3350" b="1" spc="-15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55" dirty="0">
                <a:solidFill>
                  <a:srgbClr val="363F4B"/>
                </a:solidFill>
                <a:latin typeface="Arial"/>
                <a:cs typeface="Arial"/>
              </a:rPr>
              <a:t>versa.</a:t>
            </a:r>
            <a:r>
              <a:rPr sz="3350" b="1" spc="-19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dirty="0">
                <a:solidFill>
                  <a:srgbClr val="03315E"/>
                </a:solidFill>
                <a:latin typeface="Arial"/>
                <a:cs typeface="Arial"/>
              </a:rPr>
              <a:t>X.509</a:t>
            </a:r>
            <a:r>
              <a:rPr sz="3350" b="1" spc="-300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50" b="1" dirty="0">
                <a:solidFill>
                  <a:srgbClr val="03315E"/>
                </a:solidFill>
                <a:latin typeface="Arial"/>
                <a:cs typeface="Arial"/>
              </a:rPr>
              <a:t>Certificates</a:t>
            </a:r>
            <a:r>
              <a:rPr sz="3250" b="1" spc="-10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350" b="1" spc="-114" dirty="0">
                <a:solidFill>
                  <a:srgbClr val="363F4B"/>
                </a:solidFill>
                <a:latin typeface="Arial"/>
                <a:cs typeface="Arial"/>
              </a:rPr>
              <a:t>ensure</a:t>
            </a:r>
            <a:r>
              <a:rPr sz="3350" b="1" spc="-12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25" dirty="0">
                <a:solidFill>
                  <a:srgbClr val="363F4B"/>
                </a:solidFill>
                <a:latin typeface="Arial"/>
                <a:cs typeface="Arial"/>
              </a:rPr>
              <a:t>no </a:t>
            </a:r>
            <a:r>
              <a:rPr sz="3350" b="1" spc="-140" dirty="0">
                <a:solidFill>
                  <a:srgbClr val="363F4B"/>
                </a:solidFill>
                <a:latin typeface="Arial"/>
                <a:cs typeface="Arial"/>
              </a:rPr>
              <a:t>rogue</a:t>
            </a:r>
            <a:r>
              <a:rPr sz="3350" b="1" spc="-9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50" dirty="0">
                <a:solidFill>
                  <a:srgbClr val="363F4B"/>
                </a:solidFill>
                <a:latin typeface="Arial"/>
                <a:cs typeface="Arial"/>
              </a:rPr>
              <a:t>nodes</a:t>
            </a:r>
            <a:r>
              <a:rPr sz="3350" b="1" spc="-24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80" dirty="0">
                <a:solidFill>
                  <a:srgbClr val="363F4B"/>
                </a:solidFill>
                <a:latin typeface="Arial"/>
                <a:cs typeface="Arial"/>
              </a:rPr>
              <a:t>inject</a:t>
            </a:r>
            <a:r>
              <a:rPr sz="3350" b="1" spc="-22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60" dirty="0">
                <a:solidFill>
                  <a:srgbClr val="363F4B"/>
                </a:solidFill>
                <a:latin typeface="Arial"/>
                <a:cs typeface="Arial"/>
              </a:rPr>
              <a:t>false</a:t>
            </a:r>
            <a:r>
              <a:rPr sz="3350" b="1" spc="-180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363F4B"/>
                </a:solidFill>
                <a:latin typeface="Arial"/>
                <a:cs typeface="Arial"/>
              </a:rPr>
              <a:t>data.</a:t>
            </a:r>
            <a:endParaRPr sz="33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065177" y="3527189"/>
            <a:ext cx="4140835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7E7E7E"/>
                </a:solidFill>
                <a:latin typeface="Arial"/>
                <a:cs typeface="Arial"/>
              </a:rPr>
              <a:t>Client-authenticated</a:t>
            </a:r>
            <a:r>
              <a:rPr sz="1950" spc="2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950" spc="-120" dirty="0">
                <a:solidFill>
                  <a:srgbClr val="7E7E7E"/>
                </a:solidFill>
                <a:latin typeface="Arial"/>
                <a:cs typeface="Arial"/>
              </a:rPr>
              <a:t>TLS</a:t>
            </a:r>
            <a:r>
              <a:rPr sz="1950" spc="4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7E7E7E"/>
                </a:solidFill>
                <a:latin typeface="Arial"/>
                <a:cs typeface="Arial"/>
              </a:rPr>
              <a:t>handshake</a:t>
            </a:r>
            <a:endParaRPr sz="1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153181" y="4609999"/>
            <a:ext cx="310324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234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solidFill>
                  <a:srgbClr val="363F4B"/>
                </a:solidFill>
                <a:latin typeface="Arial"/>
                <a:cs typeface="Arial"/>
              </a:rPr>
              <a:t>Client</a:t>
            </a:r>
            <a:r>
              <a:rPr sz="1450" b="1" spc="31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363F4B"/>
                </a:solidFill>
                <a:latin typeface="Arial"/>
                <a:cs typeface="Arial"/>
              </a:rPr>
              <a:t>device</a:t>
            </a:r>
            <a:endParaRPr sz="14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514928" y="4602124"/>
            <a:ext cx="208153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solidFill>
                  <a:srgbClr val="363F4B"/>
                </a:solidFill>
                <a:latin typeface="Arial"/>
                <a:cs typeface="Arial"/>
              </a:rPr>
              <a:t>Secure</a:t>
            </a:r>
            <a:r>
              <a:rPr sz="1450" b="1" spc="12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363F4B"/>
                </a:solidFill>
                <a:latin typeface="Arial"/>
                <a:cs typeface="Arial"/>
              </a:rPr>
              <a:t>session</a:t>
            </a:r>
            <a:r>
              <a:rPr sz="1450" b="1" spc="135" dirty="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sz="1450" b="1" spc="50" dirty="0">
                <a:solidFill>
                  <a:srgbClr val="363F4B"/>
                </a:solidFill>
                <a:latin typeface="Arial"/>
                <a:cs typeface="Arial"/>
              </a:rPr>
              <a:t>server</a:t>
            </a:r>
            <a:endParaRPr sz="14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525362" y="5170252"/>
            <a:ext cx="2079625" cy="263525"/>
          </a:xfrm>
          <a:prstGeom prst="rect">
            <a:avLst/>
          </a:prstGeom>
          <a:solidFill>
            <a:srgbClr val="BAD483"/>
          </a:solidFill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sz="1500" dirty="0">
                <a:solidFill>
                  <a:srgbClr val="E4F7C1"/>
                </a:solidFill>
                <a:latin typeface="Arial"/>
                <a:cs typeface="Arial"/>
              </a:rPr>
              <a:t>Secure</a:t>
            </a:r>
            <a:r>
              <a:rPr sz="1500" spc="-30" dirty="0">
                <a:solidFill>
                  <a:srgbClr val="E4F7C1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E4F7C1"/>
                </a:solidFill>
                <a:latin typeface="Arial"/>
                <a:cs typeface="Arial"/>
              </a:rPr>
              <a:t>session</a:t>
            </a:r>
            <a:r>
              <a:rPr sz="1500" spc="-10" dirty="0">
                <a:solidFill>
                  <a:srgbClr val="E4F7C1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E4F7C1"/>
                </a:solidFill>
                <a:latin typeface="Arial"/>
                <a:cs typeface="Arial"/>
              </a:rPr>
              <a:t>module</a:t>
            </a:r>
            <a:endParaRPr sz="15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318999" y="5753001"/>
            <a:ext cx="489584" cy="263525"/>
          </a:xfrm>
          <a:prstGeom prst="rect">
            <a:avLst/>
          </a:prstGeom>
          <a:solidFill>
            <a:srgbClr val="BAD483"/>
          </a:solidFill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sz="1500" spc="-10" dirty="0">
                <a:solidFill>
                  <a:srgbClr val="E4F7C1"/>
                </a:solidFill>
                <a:latin typeface="Arial"/>
                <a:cs typeface="Arial"/>
              </a:rPr>
              <a:t>Certs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069964" y="6288499"/>
            <a:ext cx="1007744" cy="263525"/>
          </a:xfrm>
          <a:prstGeom prst="rect">
            <a:avLst/>
          </a:prstGeom>
          <a:solidFill>
            <a:srgbClr val="BAD483"/>
          </a:solidFill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sz="1500" dirty="0">
                <a:solidFill>
                  <a:srgbClr val="E4F7C1"/>
                </a:solidFill>
                <a:latin typeface="Arial"/>
                <a:cs typeface="Arial"/>
              </a:rPr>
              <a:t>Private</a:t>
            </a:r>
            <a:r>
              <a:rPr sz="1500" spc="150" dirty="0">
                <a:solidFill>
                  <a:srgbClr val="E4F7C1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E4F7C1"/>
                </a:solidFill>
                <a:latin typeface="Arial"/>
                <a:cs typeface="Arial"/>
              </a:rPr>
              <a:t>key</a:t>
            </a:r>
            <a:endParaRPr sz="1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351123" y="7582803"/>
            <a:ext cx="2552065" cy="8648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20"/>
              </a:spcBef>
            </a:pPr>
            <a:r>
              <a:rPr sz="1250" dirty="0">
                <a:solidFill>
                  <a:srgbClr val="7E7E7E"/>
                </a:solidFill>
                <a:latin typeface="Arial"/>
                <a:cs typeface="Arial"/>
              </a:rPr>
              <a:t>C</a:t>
            </a:r>
            <a:r>
              <a:rPr sz="1250" dirty="0">
                <a:solidFill>
                  <a:srgbClr val="363F4B"/>
                </a:solidFill>
                <a:latin typeface="Arial"/>
                <a:cs typeface="Arial"/>
              </a:rPr>
              <a:t>l</a:t>
            </a:r>
            <a:r>
              <a:rPr sz="1250" dirty="0">
                <a:solidFill>
                  <a:srgbClr val="7E7E7E"/>
                </a:solidFill>
                <a:latin typeface="Arial"/>
                <a:cs typeface="Arial"/>
              </a:rPr>
              <a:t>ient</a:t>
            </a:r>
            <a:r>
              <a:rPr sz="1250" spc="1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spc="40" dirty="0">
                <a:solidFill>
                  <a:srgbClr val="676967"/>
                </a:solidFill>
                <a:latin typeface="Arial"/>
                <a:cs typeface="Arial"/>
              </a:rPr>
              <a:t>hello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50" spc="20" dirty="0">
                <a:solidFill>
                  <a:srgbClr val="7E7E7E"/>
                </a:solidFill>
                <a:latin typeface="Arial"/>
                <a:cs typeface="Arial"/>
              </a:rPr>
              <a:t>Server</a:t>
            </a:r>
            <a:r>
              <a:rPr sz="1250" spc="1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spc="20" dirty="0">
                <a:solidFill>
                  <a:srgbClr val="7E7E7E"/>
                </a:solidFill>
                <a:latin typeface="Arial"/>
                <a:cs typeface="Arial"/>
              </a:rPr>
              <a:t>hel</a:t>
            </a:r>
            <a:r>
              <a:rPr sz="1250" spc="20" dirty="0">
                <a:solidFill>
                  <a:srgbClr val="363F4B"/>
                </a:solidFill>
                <a:latin typeface="Arial"/>
                <a:cs typeface="Arial"/>
              </a:rPr>
              <a:t>l</a:t>
            </a:r>
            <a:r>
              <a:rPr sz="1250" spc="20" dirty="0">
                <a:solidFill>
                  <a:srgbClr val="7E7E7E"/>
                </a:solidFill>
                <a:latin typeface="Arial"/>
                <a:cs typeface="Arial"/>
              </a:rPr>
              <a:t>o</a:t>
            </a:r>
            <a:r>
              <a:rPr sz="1250" spc="1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spc="20" dirty="0">
                <a:solidFill>
                  <a:srgbClr val="676967"/>
                </a:solidFill>
                <a:latin typeface="Arial"/>
                <a:cs typeface="Arial"/>
              </a:rPr>
              <a:t>(including</a:t>
            </a:r>
            <a:r>
              <a:rPr sz="1250" spc="55" dirty="0">
                <a:solidFill>
                  <a:srgbClr val="676967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7E7E7E"/>
                </a:solidFill>
                <a:latin typeface="Arial"/>
                <a:cs typeface="Arial"/>
              </a:rPr>
              <a:t>certificate)</a:t>
            </a:r>
            <a:endParaRPr sz="12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721252" y="8945174"/>
            <a:ext cx="2849880" cy="857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67105" algn="ctr">
              <a:lnSpc>
                <a:spcPts val="1345"/>
              </a:lnSpc>
              <a:spcBef>
                <a:spcPts val="120"/>
              </a:spcBef>
            </a:pPr>
            <a:r>
              <a:rPr sz="1250" spc="30" dirty="0">
                <a:solidFill>
                  <a:srgbClr val="7E7E7E"/>
                </a:solidFill>
                <a:latin typeface="Arial"/>
                <a:cs typeface="Arial"/>
              </a:rPr>
              <a:t>Client</a:t>
            </a:r>
            <a:r>
              <a:rPr sz="1250" spc="7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spc="30" dirty="0">
                <a:solidFill>
                  <a:srgbClr val="7E7E7E"/>
                </a:solidFill>
                <a:latin typeface="Arial"/>
                <a:cs typeface="Arial"/>
              </a:rPr>
              <a:t>certificate</a:t>
            </a:r>
            <a:r>
              <a:rPr sz="1250" spc="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spc="40" dirty="0">
                <a:solidFill>
                  <a:srgbClr val="7E7E7E"/>
                </a:solidFill>
                <a:latin typeface="Arial"/>
                <a:cs typeface="Arial"/>
              </a:rPr>
              <a:t>request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405"/>
              </a:lnSpc>
            </a:pPr>
            <a:r>
              <a:rPr sz="1300" spc="-425" dirty="0">
                <a:solidFill>
                  <a:srgbClr val="A1C15B"/>
                </a:solidFill>
                <a:latin typeface="Arial"/>
                <a:cs typeface="Arial"/>
              </a:rPr>
              <a:t>◄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300">
              <a:latin typeface="Arial"/>
              <a:cs typeface="Arial"/>
            </a:endParaRPr>
          </a:p>
          <a:p>
            <a:pPr marL="957580" algn="ctr">
              <a:lnSpc>
                <a:spcPct val="100000"/>
              </a:lnSpc>
            </a:pPr>
            <a:r>
              <a:rPr sz="1250" dirty="0">
                <a:solidFill>
                  <a:srgbClr val="7E7E7E"/>
                </a:solidFill>
                <a:latin typeface="Arial"/>
                <a:cs typeface="Arial"/>
              </a:rPr>
              <a:t>Client</a:t>
            </a:r>
            <a:r>
              <a:rPr sz="1250" spc="1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7E7E7E"/>
                </a:solidFill>
                <a:latin typeface="Arial"/>
                <a:cs typeface="Arial"/>
              </a:rPr>
              <a:t>certificate</a:t>
            </a:r>
            <a:endParaRPr sz="12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845998" y="10244546"/>
            <a:ext cx="15805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dirty="0">
                <a:solidFill>
                  <a:srgbClr val="7E7E7E"/>
                </a:solidFill>
                <a:latin typeface="Arial"/>
                <a:cs typeface="Arial"/>
              </a:rPr>
              <a:t>Client</a:t>
            </a:r>
            <a:r>
              <a:rPr sz="1250" spc="1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7E7E7E"/>
                </a:solidFill>
                <a:latin typeface="Arial"/>
                <a:cs typeface="Arial"/>
              </a:rPr>
              <a:t>sends</a:t>
            </a:r>
            <a:r>
              <a:rPr sz="1250" spc="7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7E7E7E"/>
                </a:solidFill>
                <a:latin typeface="Arial"/>
                <a:cs typeface="Arial"/>
              </a:rPr>
              <a:t>key</a:t>
            </a:r>
            <a:r>
              <a:rPr sz="125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7E7E7E"/>
                </a:solidFill>
                <a:latin typeface="Arial"/>
                <a:cs typeface="Arial"/>
              </a:rPr>
              <a:t>info</a:t>
            </a:r>
            <a:endParaRPr sz="12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531046" y="10567420"/>
            <a:ext cx="220408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10" dirty="0">
                <a:solidFill>
                  <a:srgbClr val="919191"/>
                </a:solidFill>
                <a:latin typeface="Arial"/>
                <a:cs typeface="Arial"/>
              </a:rPr>
              <a:t>(encrypted</a:t>
            </a:r>
            <a:r>
              <a:rPr sz="1050" spc="45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7E7E7E"/>
                </a:solidFill>
                <a:latin typeface="Arial"/>
                <a:cs typeface="Arial"/>
              </a:rPr>
              <a:t>with</a:t>
            </a:r>
            <a:r>
              <a:rPr sz="1050" spc="-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919191"/>
                </a:solidFill>
                <a:latin typeface="Arial"/>
                <a:cs typeface="Arial"/>
              </a:rPr>
              <a:t>server's</a:t>
            </a:r>
            <a:r>
              <a:rPr sz="1050" spc="95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7E7E7E"/>
                </a:solidFill>
                <a:latin typeface="Arial"/>
                <a:cs typeface="Arial"/>
              </a:rPr>
              <a:t>public </a:t>
            </a:r>
            <a:r>
              <a:rPr sz="1050" spc="-20" dirty="0">
                <a:solidFill>
                  <a:srgbClr val="919191"/>
                </a:solidFill>
                <a:latin typeface="Arial"/>
                <a:cs typeface="Arial"/>
              </a:rPr>
              <a:t>key)</a:t>
            </a:r>
            <a:endParaRPr sz="1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995444" y="10929670"/>
            <a:ext cx="126936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dirty="0">
                <a:solidFill>
                  <a:srgbClr val="7E7E7E"/>
                </a:solidFill>
                <a:latin typeface="Arial"/>
                <a:cs typeface="Arial"/>
              </a:rPr>
              <a:t>Certificate</a:t>
            </a:r>
            <a:r>
              <a:rPr sz="1250" spc="3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250" spc="45" dirty="0">
                <a:solidFill>
                  <a:srgbClr val="7E7E7E"/>
                </a:solidFill>
                <a:latin typeface="Arial"/>
                <a:cs typeface="Arial"/>
              </a:rPr>
              <a:t>verify</a:t>
            </a:r>
            <a:endParaRPr sz="12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762624" y="10157921"/>
            <a:ext cx="1425575" cy="6559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6350">
              <a:lnSpc>
                <a:spcPct val="96800"/>
              </a:lnSpc>
              <a:spcBef>
                <a:spcPts val="175"/>
              </a:spcBef>
            </a:pPr>
            <a:r>
              <a:rPr sz="1050" dirty="0">
                <a:solidFill>
                  <a:srgbClr val="919191"/>
                </a:solidFill>
                <a:latin typeface="Arial"/>
                <a:cs typeface="Arial"/>
              </a:rPr>
              <a:t>Decrypt</a:t>
            </a:r>
            <a:r>
              <a:rPr sz="1050" spc="105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7E7E7E"/>
                </a:solidFill>
                <a:latin typeface="Arial"/>
                <a:cs typeface="Arial"/>
              </a:rPr>
              <a:t>key</a:t>
            </a:r>
            <a:r>
              <a:rPr sz="1050" spc="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76967"/>
                </a:solidFill>
                <a:latin typeface="Arial"/>
                <a:cs typeface="Arial"/>
              </a:rPr>
              <a:t>i</a:t>
            </a:r>
            <a:r>
              <a:rPr sz="1050" dirty="0">
                <a:solidFill>
                  <a:srgbClr val="919191"/>
                </a:solidFill>
                <a:latin typeface="Arial"/>
                <a:cs typeface="Arial"/>
              </a:rPr>
              <a:t>n</a:t>
            </a:r>
            <a:r>
              <a:rPr sz="1050" dirty="0">
                <a:solidFill>
                  <a:srgbClr val="676967"/>
                </a:solidFill>
                <a:latin typeface="Arial"/>
                <a:cs typeface="Arial"/>
              </a:rPr>
              <a:t>f</a:t>
            </a:r>
            <a:r>
              <a:rPr sz="1050" dirty="0">
                <a:solidFill>
                  <a:srgbClr val="919191"/>
                </a:solidFill>
                <a:latin typeface="Arial"/>
                <a:cs typeface="Arial"/>
              </a:rPr>
              <a:t>o</a:t>
            </a:r>
            <a:r>
              <a:rPr sz="1050" spc="40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spc="55" dirty="0">
                <a:solidFill>
                  <a:srgbClr val="7E7E7E"/>
                </a:solidFill>
                <a:latin typeface="Arial"/>
                <a:cs typeface="Arial"/>
              </a:rPr>
              <a:t>with </a:t>
            </a:r>
            <a:r>
              <a:rPr sz="1050" spc="20" dirty="0">
                <a:solidFill>
                  <a:srgbClr val="919191"/>
                </a:solidFill>
                <a:latin typeface="Arial"/>
                <a:cs typeface="Arial"/>
              </a:rPr>
              <a:t>server</a:t>
            </a:r>
            <a:r>
              <a:rPr sz="1050" spc="-40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919191"/>
                </a:solidFill>
                <a:latin typeface="Arial"/>
                <a:cs typeface="Arial"/>
              </a:rPr>
              <a:t>private</a:t>
            </a:r>
            <a:r>
              <a:rPr sz="1050" spc="-40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919191"/>
                </a:solidFill>
                <a:latin typeface="Arial"/>
                <a:cs typeface="Arial"/>
              </a:rPr>
              <a:t>key,</a:t>
            </a:r>
            <a:r>
              <a:rPr sz="1050" spc="-70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919191"/>
                </a:solidFill>
                <a:latin typeface="Arial"/>
                <a:cs typeface="Arial"/>
              </a:rPr>
              <a:t>and </a:t>
            </a:r>
            <a:r>
              <a:rPr sz="1050" spc="50" dirty="0">
                <a:solidFill>
                  <a:srgbClr val="919191"/>
                </a:solidFill>
                <a:latin typeface="Arial"/>
                <a:cs typeface="Arial"/>
              </a:rPr>
              <a:t>verify</a:t>
            </a:r>
            <a:r>
              <a:rPr sz="1050" spc="-55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19191"/>
                </a:solidFill>
                <a:latin typeface="Arial"/>
                <a:cs typeface="Arial"/>
              </a:rPr>
              <a:t>c</a:t>
            </a:r>
            <a:r>
              <a:rPr sz="1050" dirty="0">
                <a:solidFill>
                  <a:srgbClr val="676967"/>
                </a:solidFill>
                <a:latin typeface="Arial"/>
                <a:cs typeface="Arial"/>
              </a:rPr>
              <a:t>l</a:t>
            </a:r>
            <a:r>
              <a:rPr sz="1050" dirty="0">
                <a:solidFill>
                  <a:srgbClr val="A3A3A3"/>
                </a:solidFill>
                <a:latin typeface="Arial"/>
                <a:cs typeface="Arial"/>
              </a:rPr>
              <a:t>ie</a:t>
            </a:r>
            <a:r>
              <a:rPr sz="1050" dirty="0">
                <a:solidFill>
                  <a:srgbClr val="7E7E7E"/>
                </a:solidFill>
                <a:latin typeface="Arial"/>
                <a:cs typeface="Arial"/>
              </a:rPr>
              <a:t>nt</a:t>
            </a:r>
            <a:r>
              <a:rPr sz="105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19191"/>
                </a:solidFill>
                <a:latin typeface="Arial"/>
                <a:cs typeface="Arial"/>
              </a:rPr>
              <a:t>certificate </a:t>
            </a:r>
            <a:r>
              <a:rPr sz="1050" spc="65" dirty="0">
                <a:solidFill>
                  <a:srgbClr val="7E7E7E"/>
                </a:solidFill>
                <a:latin typeface="Arial"/>
                <a:cs typeface="Arial"/>
              </a:rPr>
              <a:t>with</a:t>
            </a:r>
            <a:r>
              <a:rPr sz="105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919191"/>
                </a:solidFill>
                <a:latin typeface="Arial"/>
                <a:cs typeface="Arial"/>
              </a:rPr>
              <a:t>client</a:t>
            </a:r>
            <a:r>
              <a:rPr sz="1050" spc="-90" dirty="0">
                <a:solidFill>
                  <a:srgbClr val="919191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7E7E7E"/>
                </a:solidFill>
                <a:latin typeface="Arial"/>
                <a:cs typeface="Arial"/>
              </a:rPr>
              <a:t>public</a:t>
            </a:r>
            <a:r>
              <a:rPr sz="1050" spc="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7E7E7E"/>
                </a:solidFill>
                <a:latin typeface="Arial"/>
                <a:cs typeface="Arial"/>
              </a:rPr>
              <a:t>key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42831"/>
            <a:ext cx="2218052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5013" y="5969320"/>
            <a:ext cx="1038237" cy="16222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16986" y="1842831"/>
            <a:ext cx="2092205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0886" y="1842831"/>
            <a:ext cx="471926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37265" y="5339322"/>
            <a:ext cx="1211276" cy="28979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95735" y="1842831"/>
            <a:ext cx="1651741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10403" y="1827085"/>
            <a:ext cx="566311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55367" y="1858581"/>
            <a:ext cx="519118" cy="5669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53142" y="1858581"/>
            <a:ext cx="157308" cy="5669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89098" y="1842831"/>
            <a:ext cx="534849" cy="5827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586873" y="1827085"/>
            <a:ext cx="582042" cy="59849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78701" y="6599317"/>
            <a:ext cx="0" cy="409575"/>
          </a:xfrm>
          <a:custGeom>
            <a:avLst/>
            <a:gdLst/>
            <a:ahLst/>
            <a:cxnLst/>
            <a:rect l="l" t="t" r="r" b="b"/>
            <a:pathLst>
              <a:path h="409575">
                <a:moveTo>
                  <a:pt x="0" y="4094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43921" y="5323570"/>
            <a:ext cx="0" cy="645795"/>
          </a:xfrm>
          <a:custGeom>
            <a:avLst/>
            <a:gdLst/>
            <a:ahLst/>
            <a:cxnLst/>
            <a:rect l="l" t="t" r="r" b="b"/>
            <a:pathLst>
              <a:path h="645795">
                <a:moveTo>
                  <a:pt x="0" y="6457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4942" y="7780564"/>
            <a:ext cx="0" cy="283845"/>
          </a:xfrm>
          <a:custGeom>
            <a:avLst/>
            <a:gdLst/>
            <a:ahLst/>
            <a:cxnLst/>
            <a:rect l="l" t="t" r="r" b="b"/>
            <a:pathLst>
              <a:path h="283845">
                <a:moveTo>
                  <a:pt x="0" y="2834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34942" y="7434065"/>
            <a:ext cx="0" cy="267970"/>
          </a:xfrm>
          <a:custGeom>
            <a:avLst/>
            <a:gdLst/>
            <a:ahLst/>
            <a:cxnLst/>
            <a:rect l="l" t="t" r="r" b="b"/>
            <a:pathLst>
              <a:path h="267970">
                <a:moveTo>
                  <a:pt x="0" y="26774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9699" y="5685819"/>
            <a:ext cx="0" cy="630555"/>
          </a:xfrm>
          <a:custGeom>
            <a:avLst/>
            <a:gdLst/>
            <a:ahLst/>
            <a:cxnLst/>
            <a:rect l="l" t="t" r="r" b="b"/>
            <a:pathLst>
              <a:path h="630554">
                <a:moveTo>
                  <a:pt x="0" y="62999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93435" y="7434065"/>
            <a:ext cx="0" cy="630555"/>
          </a:xfrm>
          <a:custGeom>
            <a:avLst/>
            <a:gdLst/>
            <a:ahLst/>
            <a:cxnLst/>
            <a:rect l="l" t="t" r="r" b="b"/>
            <a:pathLst>
              <a:path h="630554">
                <a:moveTo>
                  <a:pt x="0" y="62999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95685" y="5685819"/>
            <a:ext cx="0" cy="630555"/>
          </a:xfrm>
          <a:custGeom>
            <a:avLst/>
            <a:gdLst/>
            <a:ahLst/>
            <a:cxnLst/>
            <a:rect l="l" t="t" r="r" b="b"/>
            <a:pathLst>
              <a:path h="630554">
                <a:moveTo>
                  <a:pt x="0" y="6299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19328" y="6867066"/>
            <a:ext cx="0" cy="315595"/>
          </a:xfrm>
          <a:custGeom>
            <a:avLst/>
            <a:gdLst/>
            <a:ahLst/>
            <a:cxnLst/>
            <a:rect l="l" t="t" r="r" b="b"/>
            <a:pathLst>
              <a:path h="315595">
                <a:moveTo>
                  <a:pt x="0" y="3149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234016" y="6237068"/>
            <a:ext cx="0" cy="1134110"/>
          </a:xfrm>
          <a:custGeom>
            <a:avLst/>
            <a:gdLst/>
            <a:ahLst/>
            <a:cxnLst/>
            <a:rect l="l" t="t" r="r" b="b"/>
            <a:pathLst>
              <a:path h="1134109">
                <a:moveTo>
                  <a:pt x="0" y="11339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25" name="object 25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14710" y="5260570"/>
            <a:ext cx="2391410" cy="0"/>
          </a:xfrm>
          <a:custGeom>
            <a:avLst/>
            <a:gdLst/>
            <a:ahLst/>
            <a:cxnLst/>
            <a:rect l="l" t="t" r="r" b="b"/>
            <a:pathLst>
              <a:path w="2391410">
                <a:moveTo>
                  <a:pt x="0" y="0"/>
                </a:moveTo>
                <a:lnTo>
                  <a:pt x="239109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96799" y="5701569"/>
            <a:ext cx="314960" cy="0"/>
          </a:xfrm>
          <a:custGeom>
            <a:avLst/>
            <a:gdLst/>
            <a:ahLst/>
            <a:cxnLst/>
            <a:rect l="l" t="t" r="r" b="b"/>
            <a:pathLst>
              <a:path w="314960">
                <a:moveTo>
                  <a:pt x="0" y="0"/>
                </a:moveTo>
                <a:lnTo>
                  <a:pt x="314617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51834" y="5701569"/>
            <a:ext cx="283210" cy="0"/>
          </a:xfrm>
          <a:custGeom>
            <a:avLst/>
            <a:gdLst/>
            <a:ahLst/>
            <a:cxnLst/>
            <a:rect l="l" t="t" r="r" b="b"/>
            <a:pathLst>
              <a:path w="283210">
                <a:moveTo>
                  <a:pt x="0" y="0"/>
                </a:moveTo>
                <a:lnTo>
                  <a:pt x="283155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80001" y="6158318"/>
            <a:ext cx="2391410" cy="0"/>
          </a:xfrm>
          <a:custGeom>
            <a:avLst/>
            <a:gdLst/>
            <a:ahLst/>
            <a:cxnLst/>
            <a:rect l="l" t="t" r="r" b="b"/>
            <a:pathLst>
              <a:path w="2391409">
                <a:moveTo>
                  <a:pt x="0" y="0"/>
                </a:moveTo>
                <a:lnTo>
                  <a:pt x="239109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43991" y="6292193"/>
            <a:ext cx="267970" cy="0"/>
          </a:xfrm>
          <a:custGeom>
            <a:avLst/>
            <a:gdLst/>
            <a:ahLst/>
            <a:cxnLst/>
            <a:rect l="l" t="t" r="r" b="b"/>
            <a:pathLst>
              <a:path w="267970">
                <a:moveTo>
                  <a:pt x="0" y="0"/>
                </a:moveTo>
                <a:lnTo>
                  <a:pt x="26742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51834" y="6292193"/>
            <a:ext cx="267970" cy="0"/>
          </a:xfrm>
          <a:custGeom>
            <a:avLst/>
            <a:gdLst/>
            <a:ahLst/>
            <a:cxnLst/>
            <a:rect l="l" t="t" r="r" b="b"/>
            <a:pathLst>
              <a:path w="267970">
                <a:moveTo>
                  <a:pt x="0" y="0"/>
                </a:moveTo>
                <a:lnTo>
                  <a:pt x="26742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14710" y="6536317"/>
            <a:ext cx="2407285" cy="0"/>
          </a:xfrm>
          <a:custGeom>
            <a:avLst/>
            <a:gdLst/>
            <a:ahLst/>
            <a:cxnLst/>
            <a:rect l="l" t="t" r="r" b="b"/>
            <a:pathLst>
              <a:path w="2407285">
                <a:moveTo>
                  <a:pt x="0" y="0"/>
                </a:moveTo>
                <a:lnTo>
                  <a:pt x="240682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62970" y="6615067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0" y="0"/>
                </a:moveTo>
                <a:lnTo>
                  <a:pt x="58204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62970" y="6985191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0" y="0"/>
                </a:moveTo>
                <a:lnTo>
                  <a:pt x="58204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114710" y="7008816"/>
            <a:ext cx="2391410" cy="0"/>
          </a:xfrm>
          <a:custGeom>
            <a:avLst/>
            <a:gdLst/>
            <a:ahLst/>
            <a:cxnLst/>
            <a:rect l="l" t="t" r="r" b="b"/>
            <a:pathLst>
              <a:path w="2391410">
                <a:moveTo>
                  <a:pt x="0" y="0"/>
                </a:moveTo>
                <a:lnTo>
                  <a:pt x="239109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463203" y="7166316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>
                <a:moveTo>
                  <a:pt x="0" y="0"/>
                </a:moveTo>
                <a:lnTo>
                  <a:pt x="67642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629468" y="7166316"/>
            <a:ext cx="692785" cy="0"/>
          </a:xfrm>
          <a:custGeom>
            <a:avLst/>
            <a:gdLst/>
            <a:ahLst/>
            <a:cxnLst/>
            <a:rect l="l" t="t" r="r" b="b"/>
            <a:pathLst>
              <a:path w="692784">
                <a:moveTo>
                  <a:pt x="0" y="0"/>
                </a:moveTo>
                <a:lnTo>
                  <a:pt x="69215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795732" y="7166316"/>
            <a:ext cx="692785" cy="0"/>
          </a:xfrm>
          <a:custGeom>
            <a:avLst/>
            <a:gdLst/>
            <a:ahLst/>
            <a:cxnLst/>
            <a:rect l="l" t="t" r="r" b="b"/>
            <a:pathLst>
              <a:path w="692784">
                <a:moveTo>
                  <a:pt x="0" y="0"/>
                </a:moveTo>
                <a:lnTo>
                  <a:pt x="69215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80001" y="7441940"/>
            <a:ext cx="2391410" cy="0"/>
          </a:xfrm>
          <a:custGeom>
            <a:avLst/>
            <a:gdLst/>
            <a:ahLst/>
            <a:cxnLst/>
            <a:rect l="l" t="t" r="r" b="b"/>
            <a:pathLst>
              <a:path w="2391409">
                <a:moveTo>
                  <a:pt x="0" y="0"/>
                </a:moveTo>
                <a:lnTo>
                  <a:pt x="239109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319211" y="7449815"/>
            <a:ext cx="692785" cy="0"/>
          </a:xfrm>
          <a:custGeom>
            <a:avLst/>
            <a:gdLst/>
            <a:ahLst/>
            <a:cxnLst/>
            <a:rect l="l" t="t" r="r" b="b"/>
            <a:pathLst>
              <a:path w="692785">
                <a:moveTo>
                  <a:pt x="0" y="0"/>
                </a:moveTo>
                <a:lnTo>
                  <a:pt x="69215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451834" y="7449815"/>
            <a:ext cx="865505" cy="0"/>
          </a:xfrm>
          <a:custGeom>
            <a:avLst/>
            <a:gdLst/>
            <a:ahLst/>
            <a:cxnLst/>
            <a:rect l="l" t="t" r="r" b="b"/>
            <a:pathLst>
              <a:path w="865504">
                <a:moveTo>
                  <a:pt x="0" y="0"/>
                </a:moveTo>
                <a:lnTo>
                  <a:pt x="86519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19211" y="8040438"/>
            <a:ext cx="692785" cy="0"/>
          </a:xfrm>
          <a:custGeom>
            <a:avLst/>
            <a:gdLst/>
            <a:ahLst/>
            <a:cxnLst/>
            <a:rect l="l" t="t" r="r" b="b"/>
            <a:pathLst>
              <a:path w="692785">
                <a:moveTo>
                  <a:pt x="0" y="0"/>
                </a:moveTo>
                <a:lnTo>
                  <a:pt x="692157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51834" y="8048313"/>
            <a:ext cx="865505" cy="0"/>
          </a:xfrm>
          <a:custGeom>
            <a:avLst/>
            <a:gdLst/>
            <a:ahLst/>
            <a:cxnLst/>
            <a:rect l="l" t="t" r="r" b="b"/>
            <a:pathLst>
              <a:path w="865504">
                <a:moveTo>
                  <a:pt x="0" y="0"/>
                </a:moveTo>
                <a:lnTo>
                  <a:pt x="86519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14710" y="8292438"/>
            <a:ext cx="2407285" cy="0"/>
          </a:xfrm>
          <a:custGeom>
            <a:avLst/>
            <a:gdLst/>
            <a:ahLst/>
            <a:cxnLst/>
            <a:rect l="l" t="t" r="r" b="b"/>
            <a:pathLst>
              <a:path w="2407285">
                <a:moveTo>
                  <a:pt x="0" y="0"/>
                </a:moveTo>
                <a:lnTo>
                  <a:pt x="240682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6960906" y="6552067"/>
          <a:ext cx="2139314" cy="57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/>
                <a:gridCol w="180975"/>
                <a:gridCol w="652780"/>
                <a:gridCol w="180975"/>
                <a:gridCol w="636904"/>
              </a:tblGrid>
              <a:tr h="558800">
                <a:tc>
                  <a:txBody>
                    <a:bodyPr/>
                    <a:lstStyle/>
                    <a:p>
                      <a:pPr marL="22225" marR="111760" indent="-33655">
                        <a:lnSpc>
                          <a:spcPct val="112700"/>
                        </a:lnSpc>
                        <a:spcBef>
                          <a:spcPts val="840"/>
                        </a:spcBef>
                      </a:pPr>
                      <a:r>
                        <a:rPr sz="1100" b="1" spc="-30" dirty="0">
                          <a:solidFill>
                            <a:srgbClr val="344250"/>
                          </a:solidFill>
                          <a:latin typeface="Arial"/>
                          <a:cs typeface="Arial"/>
                        </a:rPr>
                        <a:t>Bat</a:t>
                      </a:r>
                      <a:r>
                        <a:rPr sz="1100" b="1" spc="-30" dirty="0">
                          <a:solidFill>
                            <a:srgbClr val="495D6B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b="1" spc="-30" dirty="0">
                          <a:solidFill>
                            <a:srgbClr val="344250"/>
                          </a:solidFill>
                          <a:latin typeface="Arial"/>
                          <a:cs typeface="Arial"/>
                        </a:rPr>
                        <a:t>h </a:t>
                      </a:r>
                      <a:r>
                        <a:rPr sz="1100" b="1" spc="-20" dirty="0">
                          <a:solidFill>
                            <a:srgbClr val="344250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1100" b="1" spc="-20" dirty="0">
                          <a:solidFill>
                            <a:srgbClr val="495D6B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100" b="1" spc="-20" dirty="0">
                          <a:solidFill>
                            <a:srgbClr val="344250"/>
                          </a:solidFill>
                          <a:latin typeface="Arial"/>
                          <a:cs typeface="Arial"/>
                        </a:rPr>
                        <a:t>ew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9705" marR="142875" indent="-10160" algn="just">
                        <a:lnSpc>
                          <a:spcPts val="1490"/>
                        </a:lnSpc>
                      </a:pPr>
                      <a:r>
                        <a:rPr sz="1100" b="1" spc="-30" dirty="0">
                          <a:solidFill>
                            <a:srgbClr val="344250"/>
                          </a:solidFill>
                          <a:latin typeface="Arial"/>
                          <a:cs typeface="Arial"/>
                        </a:rPr>
                        <a:t>Real</a:t>
                      </a:r>
                      <a:r>
                        <a:rPr sz="1100" b="1" spc="-30" dirty="0">
                          <a:solidFill>
                            <a:srgbClr val="495D6B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100" b="1" spc="-20" dirty="0">
                          <a:solidFill>
                            <a:srgbClr val="495D6B"/>
                          </a:solidFill>
                          <a:latin typeface="Arial"/>
                          <a:cs typeface="Arial"/>
                        </a:rPr>
                        <a:t>tim</a:t>
                      </a:r>
                      <a:r>
                        <a:rPr sz="1100" b="1" spc="-20" dirty="0">
                          <a:solidFill>
                            <a:srgbClr val="344250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1100" b="1" spc="-20" dirty="0">
                          <a:solidFill>
                            <a:srgbClr val="495D6B"/>
                          </a:solidFill>
                          <a:latin typeface="Arial"/>
                          <a:cs typeface="Arial"/>
                        </a:rPr>
                        <a:t>vie</a:t>
                      </a:r>
                      <a:r>
                        <a:rPr sz="1100" b="1" spc="-20" dirty="0">
                          <a:solidFill>
                            <a:srgbClr val="344250"/>
                          </a:solidFill>
                          <a:latin typeface="Arial"/>
                          <a:cs typeface="Arial"/>
                        </a:rPr>
                        <a:t>w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344250"/>
                          </a:solidFill>
                          <a:latin typeface="Arial"/>
                          <a:cs typeface="Arial"/>
                        </a:rPr>
                        <a:t>Query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dirty="0">
                <a:solidFill>
                  <a:srgbClr val="909CA8"/>
                </a:solidFill>
                <a:latin typeface="Times New Roman"/>
                <a:cs typeface="Times New Roman"/>
              </a:rPr>
              <a:t>600</a:t>
            </a:r>
            <a:r>
              <a:rPr sz="1900" b="1" spc="459" dirty="0">
                <a:solidFill>
                  <a:srgbClr val="909CA8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09CA8"/>
                </a:solidFill>
                <a:latin typeface="Arial"/>
                <a:cs typeface="Arial"/>
              </a:rPr>
              <a:t>X</a:t>
            </a:r>
            <a:r>
              <a:rPr sz="1050" b="1" spc="430" dirty="0">
                <a:solidFill>
                  <a:srgbClr val="909CA8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909CA8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8455256" y="637076"/>
            <a:ext cx="8128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65" dirty="0">
                <a:solidFill>
                  <a:srgbClr val="909CA8"/>
                </a:solidFill>
                <a:latin typeface="Times New Roman"/>
                <a:cs typeface="Times New Roman"/>
              </a:rPr>
              <a:t>600</a:t>
            </a:r>
            <a:r>
              <a:rPr sz="1450" spc="-40" dirty="0">
                <a:solidFill>
                  <a:srgbClr val="909CA8"/>
                </a:solidFill>
                <a:latin typeface="Times New Roman"/>
                <a:cs typeface="Times New Roman"/>
              </a:rPr>
              <a:t> </a:t>
            </a:r>
            <a:r>
              <a:rPr sz="1450" spc="125" dirty="0">
                <a:solidFill>
                  <a:srgbClr val="909CA8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25700" y="5346310"/>
            <a:ext cx="78168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7085A1"/>
                </a:solidFill>
                <a:latin typeface="Arial"/>
                <a:cs typeface="Arial"/>
              </a:rPr>
              <a:t>Batch</a:t>
            </a:r>
            <a:r>
              <a:rPr sz="1050" spc="150" dirty="0">
                <a:solidFill>
                  <a:srgbClr val="7085A1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7085A1"/>
                </a:solidFill>
                <a:latin typeface="Arial"/>
                <a:cs typeface="Arial"/>
              </a:rPr>
              <a:t>Layer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34942" y="5701569"/>
            <a:ext cx="661035" cy="591185"/>
          </a:xfrm>
          <a:prstGeom prst="rect">
            <a:avLst/>
          </a:prstGeom>
          <a:ln w="15730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05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</a:pPr>
            <a:r>
              <a:rPr sz="1050" dirty="0">
                <a:solidFill>
                  <a:srgbClr val="344250"/>
                </a:solidFill>
                <a:latin typeface="Arial"/>
                <a:cs typeface="Arial"/>
              </a:rPr>
              <a:t>All</a:t>
            </a:r>
            <a:r>
              <a:rPr sz="1050" spc="100" dirty="0">
                <a:solidFill>
                  <a:srgbClr val="344250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344250"/>
                </a:solidFill>
                <a:latin typeface="Arial"/>
                <a:cs typeface="Arial"/>
              </a:rPr>
              <a:t>D</a:t>
            </a:r>
            <a:r>
              <a:rPr sz="1050" spc="-20" dirty="0">
                <a:solidFill>
                  <a:srgbClr val="495D6B"/>
                </a:solidFill>
                <a:latin typeface="Arial"/>
                <a:cs typeface="Arial"/>
              </a:rPr>
              <a:t>a</a:t>
            </a:r>
            <a:r>
              <a:rPr sz="1050" spc="-20" dirty="0">
                <a:solidFill>
                  <a:srgbClr val="344250"/>
                </a:solidFill>
                <a:latin typeface="Arial"/>
                <a:cs typeface="Arial"/>
              </a:rPr>
              <a:t>ta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515056" y="5787308"/>
            <a:ext cx="826769" cy="403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3679" marR="5080" indent="-221615">
              <a:lnSpc>
                <a:spcPct val="118100"/>
              </a:lnSpc>
              <a:spcBef>
                <a:spcPts val="90"/>
              </a:spcBef>
            </a:pPr>
            <a:r>
              <a:rPr sz="1050" spc="45" dirty="0">
                <a:solidFill>
                  <a:srgbClr val="344250"/>
                </a:solidFill>
                <a:latin typeface="Arial"/>
                <a:cs typeface="Arial"/>
              </a:rPr>
              <a:t>Pre</a:t>
            </a:r>
            <a:r>
              <a:rPr sz="1050" spc="45" dirty="0">
                <a:solidFill>
                  <a:srgbClr val="495D6B"/>
                </a:solidFill>
                <a:latin typeface="Arial"/>
                <a:cs typeface="Arial"/>
              </a:rPr>
              <a:t>c</a:t>
            </a:r>
            <a:r>
              <a:rPr sz="1050" spc="45" dirty="0">
                <a:solidFill>
                  <a:srgbClr val="344250"/>
                </a:solidFill>
                <a:latin typeface="Arial"/>
                <a:cs typeface="Arial"/>
              </a:rPr>
              <a:t>ompute </a:t>
            </a:r>
            <a:r>
              <a:rPr sz="1050" spc="-10" dirty="0">
                <a:solidFill>
                  <a:srgbClr val="344250"/>
                </a:solidFill>
                <a:latin typeface="Arial"/>
                <a:cs typeface="Arial"/>
              </a:rPr>
              <a:t>view</a:t>
            </a:r>
            <a:r>
              <a:rPr sz="1050" spc="-10" dirty="0">
                <a:solidFill>
                  <a:srgbClr val="495D6B"/>
                </a:solidFill>
                <a:latin typeface="Arial"/>
                <a:cs typeface="Arial"/>
              </a:rPr>
              <a:t>s</a:t>
            </a:r>
            <a:endParaRPr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86566" y="6708680"/>
            <a:ext cx="558800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135"/>
              </a:spcBef>
            </a:pPr>
            <a:r>
              <a:rPr sz="1050" spc="30" dirty="0">
                <a:solidFill>
                  <a:srgbClr val="7085A1"/>
                </a:solidFill>
                <a:latin typeface="Arial"/>
                <a:cs typeface="Arial"/>
              </a:rPr>
              <a:t>Data</a:t>
            </a:r>
            <a:endParaRPr sz="10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75735" y="7098493"/>
            <a:ext cx="8782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solidFill>
                  <a:srgbClr val="7085A1"/>
                </a:solidFill>
                <a:latin typeface="Arial"/>
                <a:cs typeface="Arial"/>
              </a:rPr>
              <a:t>Stream</a:t>
            </a:r>
            <a:r>
              <a:rPr sz="1100" b="1" spc="-40" dirty="0">
                <a:solidFill>
                  <a:srgbClr val="7085A1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7085A1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06294" y="7536342"/>
            <a:ext cx="545465" cy="403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25" marR="5080" indent="-22860">
              <a:lnSpc>
                <a:spcPct val="112700"/>
              </a:lnSpc>
              <a:spcBef>
                <a:spcPts val="95"/>
              </a:spcBef>
            </a:pPr>
            <a:r>
              <a:rPr sz="1100" b="1" spc="-40" dirty="0">
                <a:solidFill>
                  <a:srgbClr val="344250"/>
                </a:solidFill>
                <a:latin typeface="Arial"/>
                <a:cs typeface="Arial"/>
              </a:rPr>
              <a:t>Pro</a:t>
            </a:r>
            <a:r>
              <a:rPr sz="1100" b="1" spc="-40" dirty="0">
                <a:solidFill>
                  <a:srgbClr val="495D6B"/>
                </a:solidFill>
                <a:latin typeface="Arial"/>
                <a:cs typeface="Arial"/>
              </a:rPr>
              <a:t>c</a:t>
            </a:r>
            <a:r>
              <a:rPr sz="1100" b="1" spc="-40" dirty="0">
                <a:solidFill>
                  <a:srgbClr val="344250"/>
                </a:solidFill>
                <a:latin typeface="Arial"/>
                <a:cs typeface="Arial"/>
              </a:rPr>
              <a:t>e</a:t>
            </a:r>
            <a:r>
              <a:rPr sz="1100" b="1" spc="-40" dirty="0">
                <a:solidFill>
                  <a:srgbClr val="495D6B"/>
                </a:solidFill>
                <a:latin typeface="Arial"/>
                <a:cs typeface="Arial"/>
              </a:rPr>
              <a:t>ss </a:t>
            </a:r>
            <a:r>
              <a:rPr sz="1100" b="1" spc="-10" dirty="0">
                <a:solidFill>
                  <a:srgbClr val="495D6B"/>
                </a:solidFill>
                <a:latin typeface="Arial"/>
                <a:cs typeface="Arial"/>
              </a:rPr>
              <a:t>s</a:t>
            </a:r>
            <a:r>
              <a:rPr sz="1100" b="1" spc="-10" dirty="0">
                <a:solidFill>
                  <a:srgbClr val="344250"/>
                </a:solidFill>
                <a:latin typeface="Arial"/>
                <a:cs typeface="Arial"/>
              </a:rPr>
              <a:t>tream</a:t>
            </a:r>
            <a:endParaRPr sz="11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51834" y="7536342"/>
            <a:ext cx="838200" cy="403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2570" marR="67945" indent="-158750">
              <a:lnSpc>
                <a:spcPct val="1127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344250"/>
                </a:solidFill>
                <a:latin typeface="Arial"/>
                <a:cs typeface="Arial"/>
              </a:rPr>
              <a:t>I</a:t>
            </a:r>
            <a:r>
              <a:rPr sz="1100" b="1" spc="-10" dirty="0">
                <a:solidFill>
                  <a:srgbClr val="495D6B"/>
                </a:solidFill>
                <a:latin typeface="Arial"/>
                <a:cs typeface="Arial"/>
              </a:rPr>
              <a:t>ncr</a:t>
            </a:r>
            <a:r>
              <a:rPr sz="1100" b="1" spc="-10" dirty="0">
                <a:solidFill>
                  <a:srgbClr val="344250"/>
                </a:solidFill>
                <a:latin typeface="Arial"/>
                <a:cs typeface="Arial"/>
              </a:rPr>
              <a:t>em</a:t>
            </a:r>
            <a:r>
              <a:rPr sz="1100" b="1" spc="-10" dirty="0">
                <a:solidFill>
                  <a:srgbClr val="495D6B"/>
                </a:solidFill>
                <a:latin typeface="Arial"/>
                <a:cs typeface="Arial"/>
              </a:rPr>
              <a:t>e</a:t>
            </a:r>
            <a:r>
              <a:rPr sz="1100" b="1" spc="-10" dirty="0">
                <a:solidFill>
                  <a:srgbClr val="344250"/>
                </a:solidFill>
                <a:latin typeface="Arial"/>
                <a:cs typeface="Arial"/>
              </a:rPr>
              <a:t>nt v</a:t>
            </a:r>
            <a:r>
              <a:rPr sz="1100" b="1" spc="-10" dirty="0">
                <a:solidFill>
                  <a:srgbClr val="495D6B"/>
                </a:solidFill>
                <a:latin typeface="Arial"/>
                <a:cs typeface="Arial"/>
              </a:rPr>
              <a:t>i</a:t>
            </a:r>
            <a:r>
              <a:rPr sz="1100" b="1" spc="-10" dirty="0">
                <a:solidFill>
                  <a:srgbClr val="344250"/>
                </a:solidFill>
                <a:latin typeface="Arial"/>
                <a:cs typeface="Arial"/>
              </a:rPr>
              <a:t>ew</a:t>
            </a:r>
            <a:r>
              <a:rPr sz="1100" b="1" spc="-10" dirty="0">
                <a:solidFill>
                  <a:srgbClr val="495D6B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525296" y="6247995"/>
            <a:ext cx="89408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35" dirty="0">
                <a:solidFill>
                  <a:srgbClr val="7085A1"/>
                </a:solidFill>
                <a:latin typeface="Arial"/>
                <a:cs typeface="Arial"/>
              </a:rPr>
              <a:t>Serving</a:t>
            </a:r>
            <a:r>
              <a:rPr sz="1100" b="1" spc="-95" dirty="0">
                <a:solidFill>
                  <a:srgbClr val="7085A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7085A1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410451" y="6232244"/>
            <a:ext cx="21209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50" dirty="0">
                <a:solidFill>
                  <a:srgbClr val="AC2A2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59" name="object 59" descr="$PPTXTitle"/>
          <p:cNvSpPr txBox="1">
            <a:spLocks noGrp="1"/>
          </p:cNvSpPr>
          <p:nvPr>
            <p:ph type="title"/>
          </p:nvPr>
        </p:nvSpPr>
        <p:spPr>
          <a:xfrm>
            <a:off x="10416113" y="4385415"/>
            <a:ext cx="7977505" cy="14027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747395" marR="5080" indent="-735330">
              <a:lnSpc>
                <a:spcPct val="112799"/>
              </a:lnSpc>
              <a:spcBef>
                <a:spcPts val="390"/>
              </a:spcBef>
              <a:tabLst>
                <a:tab pos="746760" algn="l"/>
                <a:tab pos="1588135" algn="l"/>
              </a:tabLst>
            </a:pPr>
            <a:r>
              <a:rPr b="1" spc="-50" dirty="0">
                <a:solidFill>
                  <a:srgbClr val="AC2A2B"/>
                </a:solidFill>
                <a:latin typeface="Arial"/>
                <a:cs typeface="Arial"/>
              </a:rPr>
              <a:t>O</a:t>
            </a:r>
            <a:r>
              <a:rPr b="1" dirty="0">
                <a:solidFill>
                  <a:srgbClr val="AC2A2B"/>
                </a:solidFill>
                <a:latin typeface="Arial"/>
                <a:cs typeface="Arial"/>
              </a:rPr>
              <a:t>	</a:t>
            </a:r>
            <a:r>
              <a:rPr sz="3150" b="1" spc="-25" dirty="0">
                <a:solidFill>
                  <a:srgbClr val="03315E"/>
                </a:solidFill>
                <a:latin typeface="Arial"/>
                <a:cs typeface="Arial"/>
              </a:rPr>
              <a:t>Hot</a:t>
            </a:r>
            <a:r>
              <a:rPr sz="3150" b="1" dirty="0">
                <a:solidFill>
                  <a:srgbClr val="03315E"/>
                </a:solidFill>
                <a:latin typeface="Arial"/>
                <a:cs typeface="Arial"/>
              </a:rPr>
              <a:t>	</a:t>
            </a:r>
            <a:r>
              <a:rPr sz="3150" b="1" spc="75" dirty="0">
                <a:solidFill>
                  <a:srgbClr val="03315E"/>
                </a:solidFill>
                <a:latin typeface="Arial"/>
                <a:cs typeface="Arial"/>
              </a:rPr>
              <a:t>Path:</a:t>
            </a:r>
            <a:r>
              <a:rPr sz="3150" b="1" spc="-33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44250"/>
                </a:solidFill>
              </a:rPr>
              <a:t>Real-time</a:t>
            </a:r>
            <a:r>
              <a:rPr sz="3200" dirty="0">
                <a:solidFill>
                  <a:srgbClr val="344250"/>
                </a:solidFill>
              </a:rPr>
              <a:t> </a:t>
            </a:r>
            <a:r>
              <a:rPr sz="3200" spc="100" dirty="0">
                <a:solidFill>
                  <a:srgbClr val="344250"/>
                </a:solidFill>
              </a:rPr>
              <a:t>streaming</a:t>
            </a:r>
            <a:r>
              <a:rPr sz="3200" spc="-320" dirty="0">
                <a:solidFill>
                  <a:srgbClr val="344250"/>
                </a:solidFill>
              </a:rPr>
              <a:t> </a:t>
            </a:r>
            <a:r>
              <a:rPr sz="3200" spc="85" dirty="0">
                <a:solidFill>
                  <a:srgbClr val="344250"/>
                </a:solidFill>
              </a:rPr>
              <a:t>for</a:t>
            </a:r>
            <a:r>
              <a:rPr sz="3200" spc="270" dirty="0">
                <a:solidFill>
                  <a:srgbClr val="344250"/>
                </a:solidFill>
              </a:rPr>
              <a:t> </a:t>
            </a:r>
            <a:r>
              <a:rPr sz="3200" spc="70" dirty="0">
                <a:solidFill>
                  <a:srgbClr val="344250"/>
                </a:solidFill>
              </a:rPr>
              <a:t>live </a:t>
            </a:r>
            <a:r>
              <a:rPr sz="3200" spc="-10" dirty="0">
                <a:solidFill>
                  <a:srgbClr val="344250"/>
                </a:solidFill>
              </a:rPr>
              <a:t>gauges</a:t>
            </a:r>
            <a:r>
              <a:rPr sz="3200" spc="-165" dirty="0">
                <a:solidFill>
                  <a:srgbClr val="344250"/>
                </a:solidFill>
              </a:rPr>
              <a:t> </a:t>
            </a:r>
            <a:r>
              <a:rPr sz="3200" spc="65" dirty="0">
                <a:solidFill>
                  <a:srgbClr val="344250"/>
                </a:solidFill>
              </a:rPr>
              <a:t>and</a:t>
            </a:r>
            <a:r>
              <a:rPr sz="3200" spc="-145" dirty="0">
                <a:solidFill>
                  <a:srgbClr val="344250"/>
                </a:solidFill>
              </a:rPr>
              <a:t> </a:t>
            </a:r>
            <a:r>
              <a:rPr sz="3200" spc="85" dirty="0">
                <a:solidFill>
                  <a:srgbClr val="344250"/>
                </a:solidFill>
              </a:rPr>
              <a:t>safety</a:t>
            </a:r>
            <a:r>
              <a:rPr sz="3200" spc="-225" dirty="0">
                <a:solidFill>
                  <a:srgbClr val="344250"/>
                </a:solidFill>
              </a:rPr>
              <a:t> </a:t>
            </a:r>
            <a:r>
              <a:rPr sz="3200" spc="100" dirty="0">
                <a:solidFill>
                  <a:srgbClr val="344250"/>
                </a:solidFill>
              </a:rPr>
              <a:t>alerts</a:t>
            </a:r>
            <a:r>
              <a:rPr sz="3200" spc="-245" dirty="0">
                <a:solidFill>
                  <a:srgbClr val="344250"/>
                </a:solidFill>
              </a:rPr>
              <a:t> </a:t>
            </a:r>
            <a:r>
              <a:rPr sz="3200" spc="-20" dirty="0">
                <a:solidFill>
                  <a:srgbClr val="344250"/>
                </a:solidFill>
              </a:rPr>
              <a:t>(ms</a:t>
            </a:r>
            <a:r>
              <a:rPr sz="3200" spc="-204" dirty="0">
                <a:solidFill>
                  <a:srgbClr val="344250"/>
                </a:solidFill>
              </a:rPr>
              <a:t> </a:t>
            </a:r>
            <a:r>
              <a:rPr sz="3200" spc="40" dirty="0">
                <a:solidFill>
                  <a:srgbClr val="344250"/>
                </a:solidFill>
              </a:rPr>
              <a:t>latency).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145232" y="6014107"/>
            <a:ext cx="7628890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5080" indent="-12065">
              <a:lnSpc>
                <a:spcPct val="126000"/>
              </a:lnSpc>
              <a:spcBef>
                <a:spcPts val="100"/>
              </a:spcBef>
            </a:pPr>
            <a:r>
              <a:rPr sz="3150" b="1" spc="65" dirty="0">
                <a:solidFill>
                  <a:srgbClr val="03315E"/>
                </a:solidFill>
                <a:latin typeface="Arial"/>
                <a:cs typeface="Arial"/>
              </a:rPr>
              <a:t>Cold</a:t>
            </a:r>
            <a:r>
              <a:rPr sz="3150" b="1" spc="-9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150" b="1" spc="75" dirty="0">
                <a:solidFill>
                  <a:srgbClr val="03315E"/>
                </a:solidFill>
                <a:latin typeface="Arial"/>
                <a:cs typeface="Arial"/>
              </a:rPr>
              <a:t>Path:</a:t>
            </a:r>
            <a:r>
              <a:rPr sz="3150" b="1" spc="-34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344250"/>
                </a:solidFill>
                <a:latin typeface="Arial"/>
                <a:cs typeface="Arial"/>
              </a:rPr>
              <a:t>Batch</a:t>
            </a:r>
            <a:r>
              <a:rPr sz="3200" spc="-204" dirty="0">
                <a:solidFill>
                  <a:srgbClr val="344250"/>
                </a:solidFill>
                <a:latin typeface="Arial"/>
                <a:cs typeface="Arial"/>
              </a:rPr>
              <a:t> </a:t>
            </a:r>
            <a:r>
              <a:rPr sz="3200" spc="55" dirty="0">
                <a:solidFill>
                  <a:srgbClr val="344250"/>
                </a:solidFill>
                <a:latin typeface="Arial"/>
                <a:cs typeface="Arial"/>
              </a:rPr>
              <a:t>processing</a:t>
            </a:r>
            <a:r>
              <a:rPr sz="3200" spc="-200" dirty="0">
                <a:solidFill>
                  <a:srgbClr val="34425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4250"/>
                </a:solidFill>
                <a:latin typeface="Arial"/>
                <a:cs typeface="Arial"/>
              </a:rPr>
              <a:t>for</a:t>
            </a:r>
            <a:r>
              <a:rPr sz="3200" spc="390" dirty="0">
                <a:solidFill>
                  <a:srgbClr val="344250"/>
                </a:solidFill>
                <a:latin typeface="Arial"/>
                <a:cs typeface="Arial"/>
              </a:rPr>
              <a:t> </a:t>
            </a:r>
            <a:r>
              <a:rPr sz="3200" spc="125" dirty="0">
                <a:solidFill>
                  <a:srgbClr val="344250"/>
                </a:solidFill>
                <a:latin typeface="Arial"/>
                <a:cs typeface="Arial"/>
              </a:rPr>
              <a:t>training </a:t>
            </a:r>
            <a:r>
              <a:rPr sz="3200" spc="240" dirty="0">
                <a:solidFill>
                  <a:srgbClr val="344250"/>
                </a:solidFill>
                <a:latin typeface="Arial"/>
                <a:cs typeface="Arial"/>
              </a:rPr>
              <a:t>ML</a:t>
            </a:r>
            <a:r>
              <a:rPr sz="3200" spc="-305" dirty="0">
                <a:solidFill>
                  <a:srgbClr val="344250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44250"/>
                </a:solidFill>
                <a:latin typeface="Arial"/>
                <a:cs typeface="Arial"/>
              </a:rPr>
              <a:t>models</a:t>
            </a:r>
            <a:r>
              <a:rPr sz="3200" spc="-110" dirty="0">
                <a:solidFill>
                  <a:srgbClr val="344250"/>
                </a:solidFill>
                <a:latin typeface="Arial"/>
                <a:cs typeface="Arial"/>
              </a:rPr>
              <a:t> </a:t>
            </a:r>
            <a:r>
              <a:rPr sz="3200" spc="65" dirty="0">
                <a:solidFill>
                  <a:srgbClr val="344250"/>
                </a:solidFill>
                <a:latin typeface="Arial"/>
                <a:cs typeface="Arial"/>
              </a:rPr>
              <a:t>and</a:t>
            </a:r>
            <a:r>
              <a:rPr sz="3200" spc="-185" dirty="0">
                <a:solidFill>
                  <a:srgbClr val="344250"/>
                </a:solidFill>
                <a:latin typeface="Arial"/>
                <a:cs typeface="Arial"/>
              </a:rPr>
              <a:t> </a:t>
            </a:r>
            <a:r>
              <a:rPr sz="3200" spc="155" dirty="0">
                <a:solidFill>
                  <a:srgbClr val="344250"/>
                </a:solidFill>
                <a:latin typeface="Arial"/>
                <a:cs typeface="Arial"/>
              </a:rPr>
              <a:t>reports</a:t>
            </a:r>
            <a:r>
              <a:rPr sz="3200" spc="-225" dirty="0">
                <a:solidFill>
                  <a:srgbClr val="344250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344250"/>
                </a:solidFill>
                <a:latin typeface="Arial"/>
                <a:cs typeface="Arial"/>
              </a:rPr>
              <a:t>(Hours/Days).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1" y="1669582"/>
            <a:ext cx="204501" cy="8977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6474" y="1858585"/>
            <a:ext cx="361810" cy="551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01208" y="1842835"/>
            <a:ext cx="770812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34944" y="1827085"/>
            <a:ext cx="566311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79909" y="1858585"/>
            <a:ext cx="377540" cy="551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1952" y="1827085"/>
            <a:ext cx="1305662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30537" y="1858585"/>
            <a:ext cx="157308" cy="5512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66500" y="1827085"/>
            <a:ext cx="534849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53043" y="1827085"/>
            <a:ext cx="2406822" cy="5827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22791" y="1827085"/>
            <a:ext cx="440464" cy="58274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29234" y="338707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91091" y="322957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119538" y="7008816"/>
            <a:ext cx="0" cy="913765"/>
          </a:xfrm>
          <a:custGeom>
            <a:avLst/>
            <a:gdLst/>
            <a:ahLst/>
            <a:cxnLst/>
            <a:rect l="l" t="t" r="r" b="b"/>
            <a:pathLst>
              <a:path h="913765">
                <a:moveTo>
                  <a:pt x="0" y="91349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119538" y="3819449"/>
            <a:ext cx="0" cy="2867025"/>
          </a:xfrm>
          <a:custGeom>
            <a:avLst/>
            <a:gdLst/>
            <a:ahLst/>
            <a:cxnLst/>
            <a:rect l="l" t="t" r="r" b="b"/>
            <a:pathLst>
              <a:path h="2867025">
                <a:moveTo>
                  <a:pt x="0" y="2866492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119538" y="8331813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4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528541" y="8347562"/>
            <a:ext cx="0" cy="693420"/>
          </a:xfrm>
          <a:custGeom>
            <a:avLst/>
            <a:gdLst/>
            <a:ahLst/>
            <a:cxnLst/>
            <a:rect l="l" t="t" r="r" b="b"/>
            <a:pathLst>
              <a:path h="693420">
                <a:moveTo>
                  <a:pt x="0" y="69299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520675" y="7008816"/>
            <a:ext cx="0" cy="913765"/>
          </a:xfrm>
          <a:custGeom>
            <a:avLst/>
            <a:gdLst/>
            <a:ahLst/>
            <a:cxnLst/>
            <a:rect l="l" t="t" r="r" b="b"/>
            <a:pathLst>
              <a:path h="913765">
                <a:moveTo>
                  <a:pt x="0" y="91349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520675" y="5394445"/>
            <a:ext cx="0" cy="1299845"/>
          </a:xfrm>
          <a:custGeom>
            <a:avLst/>
            <a:gdLst/>
            <a:ahLst/>
            <a:cxnLst/>
            <a:rect l="l" t="t" r="r" b="b"/>
            <a:pathLst>
              <a:path h="1299845">
                <a:moveTo>
                  <a:pt x="0" y="1299371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945409" y="7693939"/>
            <a:ext cx="0" cy="897890"/>
          </a:xfrm>
          <a:custGeom>
            <a:avLst/>
            <a:gdLst/>
            <a:ahLst/>
            <a:cxnLst/>
            <a:rect l="l" t="t" r="r" b="b"/>
            <a:pathLst>
              <a:path h="897890">
                <a:moveTo>
                  <a:pt x="0" y="89774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937543" y="6449692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866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069074" y="7686064"/>
            <a:ext cx="0" cy="913765"/>
          </a:xfrm>
          <a:custGeom>
            <a:avLst/>
            <a:gdLst/>
            <a:ahLst/>
            <a:cxnLst/>
            <a:rect l="l" t="t" r="r" b="b"/>
            <a:pathLst>
              <a:path h="913765">
                <a:moveTo>
                  <a:pt x="0" y="9134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076941" y="6441817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866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485944" y="8253062"/>
            <a:ext cx="0" cy="795655"/>
          </a:xfrm>
          <a:custGeom>
            <a:avLst/>
            <a:gdLst/>
            <a:ahLst/>
            <a:cxnLst/>
            <a:rect l="l" t="t" r="r" b="b"/>
            <a:pathLst>
              <a:path h="795654">
                <a:moveTo>
                  <a:pt x="0" y="795373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462347" y="7008816"/>
            <a:ext cx="0" cy="1024255"/>
          </a:xfrm>
          <a:custGeom>
            <a:avLst/>
            <a:gdLst/>
            <a:ahLst/>
            <a:cxnLst/>
            <a:rect l="l" t="t" r="r" b="b"/>
            <a:pathLst>
              <a:path h="1024254">
                <a:moveTo>
                  <a:pt x="0" y="1023747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493808" y="5394445"/>
            <a:ext cx="0" cy="1307465"/>
          </a:xfrm>
          <a:custGeom>
            <a:avLst/>
            <a:gdLst/>
            <a:ahLst/>
            <a:cxnLst/>
            <a:rect l="l" t="t" r="r" b="b"/>
            <a:pathLst>
              <a:path h="1307465">
                <a:moveTo>
                  <a:pt x="0" y="1307246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902811" y="7008816"/>
            <a:ext cx="0" cy="1024255"/>
          </a:xfrm>
          <a:custGeom>
            <a:avLst/>
            <a:gdLst/>
            <a:ahLst/>
            <a:cxnLst/>
            <a:rect l="l" t="t" r="r" b="b"/>
            <a:pathLst>
              <a:path h="1024254">
                <a:moveTo>
                  <a:pt x="0" y="102374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02811" y="3835199"/>
            <a:ext cx="0" cy="2874645"/>
          </a:xfrm>
          <a:custGeom>
            <a:avLst/>
            <a:gdLst/>
            <a:ahLst/>
            <a:cxnLst/>
            <a:rect l="l" t="t" r="r" b="b"/>
            <a:pathLst>
              <a:path h="2874645">
                <a:moveTo>
                  <a:pt x="0" y="287436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902811" y="8253062"/>
            <a:ext cx="0" cy="1260475"/>
          </a:xfrm>
          <a:custGeom>
            <a:avLst/>
            <a:gdLst/>
            <a:ahLst/>
            <a:cxnLst/>
            <a:rect l="l" t="t" r="r" b="b"/>
            <a:pathLst>
              <a:path h="1260475">
                <a:moveTo>
                  <a:pt x="0" y="1259996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6337" y="322957"/>
            <a:ext cx="0" cy="882015"/>
          </a:xfrm>
          <a:custGeom>
            <a:avLst/>
            <a:gdLst/>
            <a:ahLst/>
            <a:cxnLst/>
            <a:rect l="l" t="t" r="r" b="b"/>
            <a:pathLst>
              <a:path h="882015">
                <a:moveTo>
                  <a:pt x="0" y="8819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703994" y="8008939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259874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03994" y="6780441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244124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192742" y="1197080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4">
                <a:moveTo>
                  <a:pt x="0" y="0"/>
                </a:moveTo>
                <a:lnTo>
                  <a:pt x="130566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7772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103807" y="3843074"/>
            <a:ext cx="3815079" cy="0"/>
          </a:xfrm>
          <a:custGeom>
            <a:avLst/>
            <a:gdLst/>
            <a:ahLst/>
            <a:cxnLst/>
            <a:rect l="l" t="t" r="r" b="b"/>
            <a:pathLst>
              <a:path w="3815080">
                <a:moveTo>
                  <a:pt x="0" y="0"/>
                </a:moveTo>
                <a:lnTo>
                  <a:pt x="38147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520675" y="5410195"/>
            <a:ext cx="2997200" cy="0"/>
          </a:xfrm>
          <a:custGeom>
            <a:avLst/>
            <a:gdLst/>
            <a:ahLst/>
            <a:cxnLst/>
            <a:rect l="l" t="t" r="r" b="b"/>
            <a:pathLst>
              <a:path w="2997200">
                <a:moveTo>
                  <a:pt x="0" y="0"/>
                </a:moveTo>
                <a:lnTo>
                  <a:pt x="2996729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921812" y="6481192"/>
            <a:ext cx="2163445" cy="0"/>
          </a:xfrm>
          <a:custGeom>
            <a:avLst/>
            <a:gdLst/>
            <a:ahLst/>
            <a:cxnLst/>
            <a:rect l="l" t="t" r="r" b="b"/>
            <a:pathLst>
              <a:path w="2163444">
                <a:moveTo>
                  <a:pt x="0" y="0"/>
                </a:moveTo>
                <a:lnTo>
                  <a:pt x="2162993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6391557" y="7008816"/>
            <a:ext cx="2328545" cy="0"/>
          </a:xfrm>
          <a:custGeom>
            <a:avLst/>
            <a:gdLst/>
            <a:ahLst/>
            <a:cxnLst/>
            <a:rect l="l" t="t" r="r" b="b"/>
            <a:pathLst>
              <a:path w="2328544">
                <a:moveTo>
                  <a:pt x="0" y="0"/>
                </a:moveTo>
                <a:lnTo>
                  <a:pt x="2328167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3921812" y="7308065"/>
            <a:ext cx="2163445" cy="0"/>
          </a:xfrm>
          <a:custGeom>
            <a:avLst/>
            <a:gdLst/>
            <a:ahLst/>
            <a:cxnLst/>
            <a:rect l="l" t="t" r="r" b="b"/>
            <a:pathLst>
              <a:path w="2163444">
                <a:moveTo>
                  <a:pt x="0" y="0"/>
                </a:moveTo>
                <a:lnTo>
                  <a:pt x="2162993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3929678" y="7725439"/>
            <a:ext cx="2147570" cy="0"/>
          </a:xfrm>
          <a:custGeom>
            <a:avLst/>
            <a:gdLst/>
            <a:ahLst/>
            <a:cxnLst/>
            <a:rect l="l" t="t" r="r" b="b"/>
            <a:pathLst>
              <a:path w="2147569">
                <a:moveTo>
                  <a:pt x="0" y="0"/>
                </a:moveTo>
                <a:lnTo>
                  <a:pt x="2147262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3921812" y="8575936"/>
            <a:ext cx="2163445" cy="0"/>
          </a:xfrm>
          <a:custGeom>
            <a:avLst/>
            <a:gdLst/>
            <a:ahLst/>
            <a:cxnLst/>
            <a:rect l="l" t="t" r="r" b="b"/>
            <a:pathLst>
              <a:path w="2163444">
                <a:moveTo>
                  <a:pt x="0" y="0"/>
                </a:moveTo>
                <a:lnTo>
                  <a:pt x="2162993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512810" y="9040561"/>
            <a:ext cx="3004820" cy="0"/>
          </a:xfrm>
          <a:custGeom>
            <a:avLst/>
            <a:gdLst/>
            <a:ahLst/>
            <a:cxnLst/>
            <a:rect l="l" t="t" r="r" b="b"/>
            <a:pathLst>
              <a:path w="3004819">
                <a:moveTo>
                  <a:pt x="0" y="0"/>
                </a:moveTo>
                <a:lnTo>
                  <a:pt x="3004594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095943" y="9489434"/>
            <a:ext cx="3815079" cy="0"/>
          </a:xfrm>
          <a:custGeom>
            <a:avLst/>
            <a:gdLst/>
            <a:ahLst/>
            <a:cxnLst/>
            <a:rect l="l" t="t" r="r" b="b"/>
            <a:pathLst>
              <a:path w="3815080">
                <a:moveTo>
                  <a:pt x="0" y="0"/>
                </a:moveTo>
                <a:lnTo>
                  <a:pt x="38147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30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4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3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99999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23523" y="1779738"/>
            <a:ext cx="236220" cy="673735"/>
          </a:xfrm>
          <a:prstGeom prst="rect">
            <a:avLst/>
          </a:prstGeom>
          <a:solidFill>
            <a:srgbClr val="033162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220" dirty="0">
                <a:solidFill>
                  <a:srgbClr val="FBFDFB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7257" y="3322440"/>
            <a:ext cx="8216265" cy="3536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20"/>
              </a:spcBef>
            </a:pPr>
            <a:r>
              <a:rPr sz="4350" b="1" spc="50" dirty="0">
                <a:solidFill>
                  <a:srgbClr val="AA2A2D"/>
                </a:solidFill>
                <a:latin typeface="Arial"/>
                <a:cs typeface="Arial"/>
              </a:rPr>
              <a:t>Shadow</a:t>
            </a:r>
            <a:r>
              <a:rPr sz="4350" b="1" spc="-15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140" dirty="0">
                <a:solidFill>
                  <a:srgbClr val="AA2A2D"/>
                </a:solidFill>
                <a:latin typeface="Arial"/>
                <a:cs typeface="Arial"/>
              </a:rPr>
              <a:t>Representat</a:t>
            </a:r>
            <a:r>
              <a:rPr sz="4350" b="1" spc="-1070" dirty="0">
                <a:solidFill>
                  <a:srgbClr val="AA2A2D"/>
                </a:solidFill>
                <a:latin typeface="Arial"/>
                <a:cs typeface="Arial"/>
              </a:rPr>
              <a:t>i</a:t>
            </a:r>
            <a:r>
              <a:rPr sz="4800" spc="112" baseline="32118" dirty="0">
                <a:solidFill>
                  <a:srgbClr val="AA2A2D"/>
                </a:solidFill>
                <a:latin typeface="Arial"/>
                <a:cs typeface="Arial"/>
              </a:rPr>
              <a:t>•</a:t>
            </a:r>
            <a:r>
              <a:rPr sz="4350" b="1" spc="140" dirty="0">
                <a:solidFill>
                  <a:srgbClr val="AA2A2D"/>
                </a:solidFill>
                <a:latin typeface="Arial"/>
                <a:cs typeface="Arial"/>
              </a:rPr>
              <a:t>on</a:t>
            </a:r>
            <a:endParaRPr sz="4350">
              <a:latin typeface="Arial"/>
              <a:cs typeface="Arial"/>
            </a:endParaRPr>
          </a:p>
          <a:p>
            <a:pPr marL="38100" marR="30480" indent="8255">
              <a:lnSpc>
                <a:spcPct val="127000"/>
              </a:lnSpc>
              <a:spcBef>
                <a:spcPts val="2890"/>
              </a:spcBef>
            </a:pPr>
            <a:r>
              <a:rPr sz="3200" spc="75" dirty="0">
                <a:solidFill>
                  <a:srgbClr val="343D4B"/>
                </a:solidFill>
                <a:latin typeface="Arial"/>
                <a:cs typeface="Arial"/>
              </a:rPr>
              <a:t>Device</a:t>
            </a:r>
            <a:r>
              <a:rPr sz="3200" spc="-12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65" dirty="0">
                <a:solidFill>
                  <a:srgbClr val="343D4B"/>
                </a:solidFill>
                <a:latin typeface="Arial"/>
                <a:cs typeface="Arial"/>
              </a:rPr>
              <a:t>Twins</a:t>
            </a:r>
            <a:r>
              <a:rPr sz="3200" spc="-11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95" dirty="0">
                <a:solidFill>
                  <a:srgbClr val="343D4B"/>
                </a:solidFill>
                <a:latin typeface="Arial"/>
                <a:cs typeface="Arial"/>
              </a:rPr>
              <a:t>track</a:t>
            </a:r>
            <a:r>
              <a:rPr sz="3200" spc="-8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32F5E"/>
                </a:solidFill>
                <a:latin typeface="Arial"/>
                <a:cs typeface="Arial"/>
              </a:rPr>
              <a:t>Desired</a:t>
            </a:r>
            <a:r>
              <a:rPr sz="3200" b="1" spc="-10" dirty="0">
                <a:solidFill>
                  <a:srgbClr val="032F5E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43D4B"/>
                </a:solidFill>
                <a:latin typeface="Arial"/>
                <a:cs typeface="Arial"/>
              </a:rPr>
              <a:t>vs.</a:t>
            </a:r>
            <a:r>
              <a:rPr sz="3200" spc="-37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32F5E"/>
                </a:solidFill>
                <a:latin typeface="Arial"/>
                <a:cs typeface="Arial"/>
              </a:rPr>
              <a:t>Reported </a:t>
            </a:r>
            <a:r>
              <a:rPr sz="3200" spc="105" dirty="0">
                <a:solidFill>
                  <a:srgbClr val="343D4B"/>
                </a:solidFill>
                <a:latin typeface="Arial"/>
                <a:cs typeface="Arial"/>
              </a:rPr>
              <a:t>properties.</a:t>
            </a:r>
            <a:r>
              <a:rPr sz="3200" spc="-24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343D4B"/>
                </a:solidFill>
                <a:latin typeface="Arial"/>
                <a:cs typeface="Arial"/>
              </a:rPr>
              <a:t>This</a:t>
            </a:r>
            <a:r>
              <a:rPr sz="3200" spc="-18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43D4B"/>
                </a:solidFill>
                <a:latin typeface="Arial"/>
                <a:cs typeface="Arial"/>
              </a:rPr>
              <a:t>allows</a:t>
            </a:r>
            <a:r>
              <a:rPr sz="3200" spc="-17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343D4B"/>
                </a:solidFill>
                <a:latin typeface="Arial"/>
                <a:cs typeface="Arial"/>
              </a:rPr>
              <a:t>operators</a:t>
            </a:r>
            <a:r>
              <a:rPr sz="3200" spc="-1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343D4B"/>
                </a:solidFill>
                <a:latin typeface="Arial"/>
                <a:cs typeface="Arial"/>
              </a:rPr>
              <a:t>to</a:t>
            </a:r>
            <a:r>
              <a:rPr sz="3200" spc="6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95" dirty="0">
                <a:solidFill>
                  <a:srgbClr val="343D4B"/>
                </a:solidFill>
                <a:latin typeface="Arial"/>
                <a:cs typeface="Arial"/>
              </a:rPr>
              <a:t>update </a:t>
            </a:r>
            <a:r>
              <a:rPr sz="3200" spc="140" dirty="0">
                <a:solidFill>
                  <a:srgbClr val="343D4B"/>
                </a:solidFill>
                <a:latin typeface="Arial"/>
                <a:cs typeface="Arial"/>
              </a:rPr>
              <a:t>configurations</a:t>
            </a:r>
            <a:r>
              <a:rPr sz="3200" spc="-51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343D4B"/>
                </a:solidFill>
                <a:latin typeface="Arial"/>
                <a:cs typeface="Arial"/>
              </a:rPr>
              <a:t>even</a:t>
            </a:r>
            <a:r>
              <a:rPr sz="3200" spc="-18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145" dirty="0">
                <a:solidFill>
                  <a:srgbClr val="343D4B"/>
                </a:solidFill>
                <a:latin typeface="Arial"/>
                <a:cs typeface="Arial"/>
              </a:rPr>
              <a:t>when</a:t>
            </a:r>
            <a:r>
              <a:rPr sz="3200" spc="-19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43D4B"/>
                </a:solidFill>
                <a:latin typeface="Arial"/>
                <a:cs typeface="Arial"/>
              </a:rPr>
              <a:t>the</a:t>
            </a:r>
            <a:r>
              <a:rPr sz="3200" spc="-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43D4B"/>
                </a:solidFill>
                <a:latin typeface="Arial"/>
                <a:cs typeface="Arial"/>
              </a:rPr>
              <a:t>device</a:t>
            </a:r>
            <a:r>
              <a:rPr sz="3200" spc="-10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43D4B"/>
                </a:solidFill>
                <a:latin typeface="Arial"/>
                <a:cs typeface="Arial"/>
              </a:rPr>
              <a:t>is </a:t>
            </a:r>
            <a:r>
              <a:rPr sz="3200" spc="175" dirty="0">
                <a:solidFill>
                  <a:srgbClr val="343D4B"/>
                </a:solidFill>
                <a:latin typeface="Arial"/>
                <a:cs typeface="Arial"/>
              </a:rPr>
              <a:t>currently</a:t>
            </a:r>
            <a:r>
              <a:rPr sz="3200" spc="-19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3200" spc="145" dirty="0">
                <a:solidFill>
                  <a:srgbClr val="343D4B"/>
                </a:solidFill>
                <a:latin typeface="Arial"/>
                <a:cs typeface="Arial"/>
              </a:rPr>
              <a:t>offline.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077938" y="3777612"/>
            <a:ext cx="127381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3370">
              <a:lnSpc>
                <a:spcPct val="106000"/>
              </a:lnSpc>
              <a:spcBef>
                <a:spcPts val="100"/>
              </a:spcBef>
            </a:pPr>
            <a:r>
              <a:rPr sz="1950" spc="-10" dirty="0">
                <a:solidFill>
                  <a:srgbClr val="2B2D2F"/>
                </a:solidFill>
                <a:latin typeface="Arial"/>
                <a:cs typeface="Arial"/>
              </a:rPr>
              <a:t>Client Application</a:t>
            </a:r>
            <a:endParaRPr sz="19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857848" y="3857938"/>
            <a:ext cx="2280920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-110" dirty="0">
                <a:solidFill>
                  <a:srgbClr val="0C2D38"/>
                </a:solidFill>
                <a:latin typeface="Arial"/>
                <a:cs typeface="Arial"/>
              </a:rPr>
              <a:t>Device</a:t>
            </a:r>
            <a:r>
              <a:rPr sz="2100" b="1" spc="-10" dirty="0">
                <a:solidFill>
                  <a:srgbClr val="0C2D38"/>
                </a:solidFill>
                <a:latin typeface="Arial"/>
                <a:cs typeface="Arial"/>
              </a:rPr>
              <a:t> </a:t>
            </a:r>
            <a:r>
              <a:rPr sz="2100" b="1" spc="-145" dirty="0">
                <a:solidFill>
                  <a:srgbClr val="0C2D38"/>
                </a:solidFill>
                <a:latin typeface="Arial"/>
                <a:cs typeface="Arial"/>
              </a:rPr>
              <a:t>twin/shadow</a:t>
            </a:r>
            <a:endParaRPr sz="21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409156" y="5448684"/>
            <a:ext cx="1195705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" dirty="0">
                <a:solidFill>
                  <a:srgbClr val="1A1C1D"/>
                </a:solidFill>
                <a:latin typeface="Arial"/>
                <a:cs typeface="Arial"/>
              </a:rPr>
              <a:t>Prop</a:t>
            </a:r>
            <a:r>
              <a:rPr sz="1950" spc="-10" dirty="0">
                <a:solidFill>
                  <a:srgbClr val="343D4B"/>
                </a:solidFill>
                <a:latin typeface="Arial"/>
                <a:cs typeface="Arial"/>
              </a:rPr>
              <a:t>e</a:t>
            </a:r>
            <a:r>
              <a:rPr sz="1950" spc="-10" dirty="0">
                <a:solidFill>
                  <a:srgbClr val="2B2D2F"/>
                </a:solidFill>
                <a:latin typeface="Arial"/>
                <a:cs typeface="Arial"/>
              </a:rPr>
              <a:t>rti</a:t>
            </a:r>
            <a:r>
              <a:rPr sz="1950" spc="-10" dirty="0">
                <a:solidFill>
                  <a:srgbClr val="343D4B"/>
                </a:solidFill>
                <a:latin typeface="Arial"/>
                <a:cs typeface="Arial"/>
              </a:rPr>
              <a:t>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203212" y="6618118"/>
            <a:ext cx="2582545" cy="40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65"/>
              </a:lnSpc>
              <a:spcBef>
                <a:spcPts val="100"/>
              </a:spcBef>
              <a:tabLst>
                <a:tab pos="1983739" algn="l"/>
              </a:tabLst>
            </a:pPr>
            <a:r>
              <a:rPr sz="1550" spc="484" dirty="0">
                <a:solidFill>
                  <a:srgbClr val="797C82"/>
                </a:solidFill>
                <a:latin typeface="Times New Roman"/>
                <a:cs typeface="Times New Roman"/>
              </a:rPr>
              <a:t>-</a:t>
            </a:r>
            <a:r>
              <a:rPr sz="1550" spc="1430" dirty="0">
                <a:solidFill>
                  <a:srgbClr val="797C82"/>
                </a:solidFill>
                <a:latin typeface="Times New Roman"/>
                <a:cs typeface="Times New Roman"/>
              </a:rPr>
              <a:t>���</a:t>
            </a:r>
            <a:r>
              <a:rPr sz="1550" u="sng" dirty="0">
                <a:solidFill>
                  <a:srgbClr val="5D666D"/>
                </a:solidFill>
                <a:uFill>
                  <a:solidFill>
                    <a:srgbClr val="5C656C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550" u="none" spc="455" dirty="0">
                <a:solidFill>
                  <a:srgbClr val="5D666D"/>
                </a:solidFill>
                <a:latin typeface="Times New Roman"/>
                <a:cs typeface="Times New Roman"/>
              </a:rPr>
              <a:t>.,,</a:t>
            </a:r>
            <a:r>
              <a:rPr sz="1550" u="none" spc="455" dirty="0">
                <a:solidFill>
                  <a:srgbClr val="797C82"/>
                </a:solidFill>
                <a:latin typeface="Times New Roman"/>
                <a:cs typeface="Times New Roman"/>
              </a:rPr>
              <a:t>�</a:t>
            </a:r>
            <a:endParaRPr sz="1550">
              <a:latin typeface="Times New Roman"/>
              <a:cs typeface="Times New Roman"/>
            </a:endParaRPr>
          </a:p>
          <a:p>
            <a:pPr marL="721995">
              <a:lnSpc>
                <a:spcPts val="1385"/>
              </a:lnSpc>
              <a:tabLst>
                <a:tab pos="2372360" algn="l"/>
              </a:tabLst>
            </a:pPr>
            <a:r>
              <a:rPr sz="1400" u="sng" dirty="0">
                <a:solidFill>
                  <a:srgbClr val="50545B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Reading.</a:t>
            </a:r>
            <a:r>
              <a:rPr sz="1400" u="sng" spc="125" dirty="0">
                <a:solidFill>
                  <a:srgbClr val="50545B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 </a:t>
            </a:r>
            <a:r>
              <a:rPr sz="1400" u="sng" spc="-10" dirty="0">
                <a:solidFill>
                  <a:srgbClr val="50545B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writing</a:t>
            </a:r>
            <a:r>
              <a:rPr sz="1400" u="none" dirty="0">
                <a:solidFill>
                  <a:srgbClr val="50545B"/>
                </a:solidFill>
                <a:latin typeface="Arial"/>
                <a:cs typeface="Arial"/>
              </a:rPr>
              <a:t>	</a:t>
            </a:r>
            <a:r>
              <a:rPr sz="1400" u="none" spc="-50" dirty="0">
                <a:solidFill>
                  <a:srgbClr val="797C82"/>
                </a:solidFill>
                <a:latin typeface="Arial"/>
                <a:cs typeface="Arial"/>
              </a:rPr>
              <a:t>/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569502" y="6708681"/>
            <a:ext cx="870585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" dirty="0">
                <a:solidFill>
                  <a:srgbClr val="38210F"/>
                </a:solidFill>
                <a:latin typeface="Arial"/>
                <a:cs typeface="Arial"/>
              </a:rPr>
              <a:t>desired</a:t>
            </a:r>
            <a:endParaRPr sz="19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893551" y="3881563"/>
            <a:ext cx="815975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" dirty="0">
                <a:solidFill>
                  <a:srgbClr val="2B2D2F"/>
                </a:solidFill>
                <a:latin typeface="Arial"/>
                <a:cs typeface="Arial"/>
              </a:rPr>
              <a:t>D</a:t>
            </a:r>
            <a:r>
              <a:rPr sz="1950" spc="-10" dirty="0">
                <a:solidFill>
                  <a:srgbClr val="343D4B"/>
                </a:solidFill>
                <a:latin typeface="Arial"/>
                <a:cs typeface="Arial"/>
              </a:rPr>
              <a:t>e</a:t>
            </a:r>
            <a:r>
              <a:rPr sz="1950" spc="-10" dirty="0">
                <a:solidFill>
                  <a:srgbClr val="2B2D2F"/>
                </a:solidFill>
                <a:latin typeface="Arial"/>
                <a:cs typeface="Arial"/>
              </a:rPr>
              <a:t>v</a:t>
            </a:r>
            <a:r>
              <a:rPr sz="1950" spc="-10" dirty="0">
                <a:solidFill>
                  <a:srgbClr val="50545B"/>
                </a:solidFill>
                <a:latin typeface="Arial"/>
                <a:cs typeface="Arial"/>
              </a:rPr>
              <a:t>ic</a:t>
            </a:r>
            <a:r>
              <a:rPr sz="1950" spc="-10" dirty="0">
                <a:solidFill>
                  <a:srgbClr val="343D4B"/>
                </a:solidFill>
                <a:latin typeface="Arial"/>
                <a:cs typeface="Arial"/>
              </a:rPr>
              <a:t>e</a:t>
            </a:r>
            <a:endParaRPr sz="19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016110" y="6645681"/>
            <a:ext cx="248221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445"/>
              </a:lnSpc>
              <a:spcBef>
                <a:spcPts val="130"/>
              </a:spcBef>
            </a:pPr>
            <a:r>
              <a:rPr sz="1300" b="1" spc="540" dirty="0">
                <a:solidFill>
                  <a:srgbClr val="797C82"/>
                </a:solidFill>
                <a:latin typeface="Times New Roman"/>
                <a:cs typeface="Times New Roman"/>
              </a:rPr>
              <a:t>/</a:t>
            </a:r>
            <a:r>
              <a:rPr sz="1300" b="1" spc="540" dirty="0">
                <a:solidFill>
                  <a:srgbClr val="5D666D"/>
                </a:solidFill>
                <a:latin typeface="Times New Roman"/>
                <a:cs typeface="Times New Roman"/>
              </a:rPr>
              <a:t>u...........L-</a:t>
            </a:r>
            <a:r>
              <a:rPr sz="1300" b="1" spc="1175" dirty="0">
                <a:solidFill>
                  <a:srgbClr val="797C82"/>
                </a:solidFill>
                <a:latin typeface="Times New Roman"/>
                <a:cs typeface="Times New Roman"/>
              </a:rPr>
              <a:t>�-</a:t>
            </a:r>
            <a:r>
              <a:rPr sz="1300" b="1" spc="590" dirty="0">
                <a:solidFill>
                  <a:srgbClr val="797C82"/>
                </a:solidFill>
                <a:latin typeface="Times New Roman"/>
                <a:cs typeface="Times New Roman"/>
              </a:rPr>
              <a:t>-</a:t>
            </a:r>
            <a:r>
              <a:rPr sz="1300" b="1" spc="-145" dirty="0">
                <a:solidFill>
                  <a:srgbClr val="797C82"/>
                </a:solidFill>
                <a:latin typeface="Times New Roman"/>
                <a:cs typeface="Times New Roman"/>
              </a:rPr>
              <a:t>,</a:t>
            </a:r>
            <a:endParaRPr sz="1300">
              <a:latin typeface="Times New Roman"/>
              <a:cs typeface="Times New Roman"/>
            </a:endParaRPr>
          </a:p>
          <a:p>
            <a:pPr marL="60325">
              <a:lnSpc>
                <a:spcPts val="1565"/>
              </a:lnSpc>
              <a:tabLst>
                <a:tab pos="1029969" algn="l"/>
              </a:tabLst>
            </a:pPr>
            <a:r>
              <a:rPr sz="1400" spc="465" dirty="0">
                <a:solidFill>
                  <a:srgbClr val="797C82"/>
                </a:solidFill>
                <a:latin typeface="Arial"/>
                <a:cs typeface="Arial"/>
              </a:rPr>
              <a:t>"'</a:t>
            </a:r>
            <a:r>
              <a:rPr sz="1400" dirty="0">
                <a:solidFill>
                  <a:srgbClr val="797C82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50545B"/>
                </a:solidFill>
                <a:latin typeface="Arial"/>
                <a:cs typeface="Arial"/>
              </a:rPr>
              <a:t>Reading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285419" y="7921428"/>
            <a:ext cx="241998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270" dirty="0">
                <a:solidFill>
                  <a:srgbClr val="5D666D"/>
                </a:solidFill>
                <a:latin typeface="Arial"/>
                <a:cs typeface="Arial"/>
              </a:rPr>
              <a:t>--</a:t>
            </a:r>
            <a:r>
              <a:rPr sz="1150" spc="265" dirty="0">
                <a:solidFill>
                  <a:srgbClr val="5D666D"/>
                </a:solidFill>
                <a:latin typeface="Arial"/>
                <a:cs typeface="Arial"/>
              </a:rPr>
              <a:t>--</a:t>
            </a:r>
            <a:r>
              <a:rPr sz="1150" spc="229" dirty="0">
                <a:solidFill>
                  <a:srgbClr val="5D666D"/>
                </a:solidFill>
                <a:latin typeface="Arial"/>
                <a:cs typeface="Arial"/>
              </a:rPr>
              <a:t>,,,-</a:t>
            </a:r>
            <a:r>
              <a:rPr sz="1150" spc="265" dirty="0">
                <a:solidFill>
                  <a:srgbClr val="5D666D"/>
                </a:solidFill>
                <a:latin typeface="Arial"/>
                <a:cs typeface="Arial"/>
              </a:rPr>
              <a:t>------</a:t>
            </a:r>
            <a:r>
              <a:rPr sz="1150" spc="240" dirty="0">
                <a:solidFill>
                  <a:srgbClr val="5D666D"/>
                </a:solidFill>
                <a:latin typeface="Arial"/>
                <a:cs typeface="Arial"/>
              </a:rPr>
              <a:t>,:-:-</a:t>
            </a:r>
            <a:r>
              <a:rPr sz="1150" spc="265" dirty="0">
                <a:solidFill>
                  <a:srgbClr val="5D666D"/>
                </a:solidFill>
                <a:latin typeface="Arial"/>
                <a:cs typeface="Arial"/>
              </a:rPr>
              <a:t>-----</a:t>
            </a:r>
            <a:r>
              <a:rPr sz="1150" spc="315" dirty="0">
                <a:solidFill>
                  <a:srgbClr val="5D666D"/>
                </a:solidFill>
                <a:latin typeface="Arial"/>
                <a:cs typeface="Arial"/>
              </a:rPr>
              <a:t>1�</a:t>
            </a:r>
            <a:r>
              <a:rPr sz="1150" spc="315" dirty="0">
                <a:solidFill>
                  <a:srgbClr val="797C82"/>
                </a:solidFill>
                <a:latin typeface="Arial"/>
                <a:cs typeface="Arial"/>
              </a:rPr>
              <a:t>"'</a:t>
            </a:r>
            <a:endParaRPr sz="11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236562" y="8098614"/>
            <a:ext cx="252920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700" i="1" spc="380" dirty="0">
                <a:solidFill>
                  <a:srgbClr val="797C82"/>
                </a:solidFill>
                <a:latin typeface="Arial"/>
                <a:cs typeface="Arial"/>
              </a:rPr>
              <a:t>'-</a:t>
            </a:r>
            <a:r>
              <a:rPr sz="1700" i="1" spc="480" dirty="0">
                <a:solidFill>
                  <a:srgbClr val="797C82"/>
                </a:solidFill>
                <a:latin typeface="Arial"/>
                <a:cs typeface="Arial"/>
              </a:rPr>
              <a:t>-----</a:t>
            </a:r>
            <a:r>
              <a:rPr sz="1700" i="1" spc="420" dirty="0">
                <a:solidFill>
                  <a:srgbClr val="797C82"/>
                </a:solidFill>
                <a:latin typeface="Arial"/>
                <a:cs typeface="Arial"/>
              </a:rPr>
              <a:t>-</a:t>
            </a:r>
            <a:r>
              <a:rPr sz="2100" spc="-1117" baseline="37698" dirty="0">
                <a:solidFill>
                  <a:srgbClr val="50545B"/>
                </a:solidFill>
                <a:latin typeface="Arial"/>
                <a:cs typeface="Arial"/>
              </a:rPr>
              <a:t>R</a:t>
            </a:r>
            <a:r>
              <a:rPr sz="1700" i="1" spc="180" dirty="0">
                <a:solidFill>
                  <a:srgbClr val="797C82"/>
                </a:solidFill>
                <a:latin typeface="Arial"/>
                <a:cs typeface="Arial"/>
              </a:rPr>
              <a:t>-</a:t>
            </a:r>
            <a:r>
              <a:rPr sz="2100" spc="-427" baseline="37698" dirty="0">
                <a:solidFill>
                  <a:srgbClr val="50545B"/>
                </a:solidFill>
                <a:latin typeface="Arial"/>
                <a:cs typeface="Arial"/>
              </a:rPr>
              <a:t>e</a:t>
            </a:r>
            <a:r>
              <a:rPr sz="1700" i="1" spc="-285" dirty="0">
                <a:solidFill>
                  <a:srgbClr val="5D666D"/>
                </a:solidFill>
                <a:latin typeface="Arial"/>
                <a:cs typeface="Arial"/>
              </a:rPr>
              <a:t>-</a:t>
            </a:r>
            <a:r>
              <a:rPr sz="2100" spc="-532" baseline="37698" dirty="0">
                <a:solidFill>
                  <a:srgbClr val="50545B"/>
                </a:solidFill>
                <a:latin typeface="Arial"/>
                <a:cs typeface="Arial"/>
              </a:rPr>
              <a:t>a</a:t>
            </a:r>
            <a:r>
              <a:rPr sz="1700" i="1" spc="-695" dirty="0">
                <a:solidFill>
                  <a:srgbClr val="5D666D"/>
                </a:solidFill>
                <a:latin typeface="Arial"/>
                <a:cs typeface="Arial"/>
              </a:rPr>
              <a:t>=</a:t>
            </a:r>
            <a:r>
              <a:rPr sz="2100" spc="97" baseline="37698" dirty="0">
                <a:solidFill>
                  <a:srgbClr val="50545B"/>
                </a:solidFill>
                <a:latin typeface="Arial"/>
                <a:cs typeface="Arial"/>
              </a:rPr>
              <a:t>di</a:t>
            </a:r>
            <a:r>
              <a:rPr sz="2100" spc="-615" baseline="37698" dirty="0">
                <a:solidFill>
                  <a:srgbClr val="50545B"/>
                </a:solidFill>
                <a:latin typeface="Arial"/>
                <a:cs typeface="Arial"/>
              </a:rPr>
              <a:t>n</a:t>
            </a:r>
            <a:r>
              <a:rPr sz="1700" i="1" spc="-240" dirty="0">
                <a:solidFill>
                  <a:srgbClr val="5D666D"/>
                </a:solidFill>
                <a:latin typeface="Arial"/>
                <a:cs typeface="Arial"/>
              </a:rPr>
              <a:t>-</a:t>
            </a:r>
            <a:r>
              <a:rPr sz="2100" spc="337" baseline="37698" dirty="0">
                <a:solidFill>
                  <a:srgbClr val="50545B"/>
                </a:solidFill>
                <a:latin typeface="Arial"/>
                <a:cs typeface="Arial"/>
              </a:rPr>
              <a:t>g</a:t>
            </a:r>
            <a:r>
              <a:rPr sz="1700" i="1" spc="225" dirty="0">
                <a:solidFill>
                  <a:srgbClr val="5D666D"/>
                </a:solidFill>
                <a:latin typeface="Arial"/>
                <a:cs typeface="Arial"/>
              </a:rPr>
              <a:t>.-</a:t>
            </a:r>
            <a:r>
              <a:rPr sz="1700" i="1" spc="475" dirty="0">
                <a:solidFill>
                  <a:srgbClr val="5D666D"/>
                </a:solidFill>
                <a:latin typeface="Arial"/>
                <a:cs typeface="Arial"/>
              </a:rPr>
              <a:t>-</a:t>
            </a:r>
            <a:r>
              <a:rPr sz="1700" i="1" dirty="0">
                <a:solidFill>
                  <a:srgbClr val="5D666D"/>
                </a:solidFill>
                <a:latin typeface="Arial"/>
                <a:cs typeface="Arial"/>
              </a:rPr>
              <a:t>,,</a:t>
            </a:r>
            <a:r>
              <a:rPr sz="2100" baseline="37698" dirty="0">
                <a:solidFill>
                  <a:srgbClr val="5D666D"/>
                </a:solidFill>
                <a:latin typeface="Arial"/>
                <a:cs typeface="Arial"/>
              </a:rPr>
              <a:t>,</a:t>
            </a:r>
            <a:r>
              <a:rPr sz="2100" spc="150" baseline="37698" dirty="0">
                <a:solidFill>
                  <a:srgbClr val="5D666D"/>
                </a:solidFill>
                <a:latin typeface="Arial"/>
                <a:cs typeface="Arial"/>
              </a:rPr>
              <a:t> </a:t>
            </a:r>
            <a:r>
              <a:rPr sz="1700" i="1" spc="125" dirty="0">
                <a:solidFill>
                  <a:srgbClr val="797C82"/>
                </a:solidFill>
                <a:latin typeface="Arial"/>
                <a:cs typeface="Arial"/>
              </a:rPr>
              <a:t>v</a:t>
            </a:r>
            <a:r>
              <a:rPr sz="2100" spc="187" baseline="37698" dirty="0">
                <a:solidFill>
                  <a:srgbClr val="797C82"/>
                </a:solidFill>
                <a:latin typeface="Arial"/>
                <a:cs typeface="Arial"/>
              </a:rPr>
              <a:t>/</a:t>
            </a:r>
            <a:endParaRPr sz="2100" baseline="37698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4504714" y="7952927"/>
            <a:ext cx="992505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-114" dirty="0">
                <a:solidFill>
                  <a:srgbClr val="2B3B15"/>
                </a:solidFill>
                <a:latin typeface="Arial"/>
                <a:cs typeface="Arial"/>
              </a:rPr>
              <a:t>reported</a:t>
            </a:r>
            <a:endParaRPr sz="2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032711" y="8000177"/>
            <a:ext cx="6921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797C82"/>
                </a:solidFill>
                <a:latin typeface="Arial"/>
                <a:cs typeface="Arial"/>
              </a:rPr>
              <a:t>/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718827" y="8000177"/>
            <a:ext cx="133921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u="sng" dirty="0">
                <a:solidFill>
                  <a:srgbClr val="50545B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Reading,</a:t>
            </a:r>
            <a:r>
              <a:rPr sz="1400" u="sng" spc="120" dirty="0">
                <a:solidFill>
                  <a:srgbClr val="50545B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 </a:t>
            </a:r>
            <a:r>
              <a:rPr sz="1400" u="sng" spc="-10" dirty="0">
                <a:solidFill>
                  <a:srgbClr val="50545B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wr</a:t>
            </a:r>
            <a:r>
              <a:rPr sz="1400" u="sng" spc="-10" dirty="0">
                <a:solidFill>
                  <a:srgbClr val="797C82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i</a:t>
            </a:r>
            <a:r>
              <a:rPr sz="1400" u="sng" spc="-10" dirty="0">
                <a:solidFill>
                  <a:srgbClr val="50545B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t</a:t>
            </a:r>
            <a:r>
              <a:rPr sz="1400" u="sng" spc="-10" dirty="0">
                <a:solidFill>
                  <a:srgbClr val="797C82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i</a:t>
            </a:r>
            <a:r>
              <a:rPr sz="1400" u="sng" spc="-10" dirty="0">
                <a:solidFill>
                  <a:srgbClr val="50545B"/>
                </a:solidFill>
                <a:uFill>
                  <a:solidFill>
                    <a:srgbClr val="50545B"/>
                  </a:solidFill>
                </a:uFill>
                <a:latin typeface="Arial"/>
                <a:cs typeface="Arial"/>
              </a:rPr>
              <a:t>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053931" y="8098614"/>
            <a:ext cx="23304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50" dirty="0">
                <a:solidFill>
                  <a:srgbClr val="797C82"/>
                </a:solidFill>
                <a:latin typeface="Arial"/>
                <a:cs typeface="Arial"/>
              </a:rPr>
              <a:t>"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27085"/>
            <a:ext cx="2469746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1371" y="1842831"/>
            <a:ext cx="975313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8379" y="1842831"/>
            <a:ext cx="2218052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84529" y="1858581"/>
            <a:ext cx="149443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20493" y="1858581"/>
            <a:ext cx="526984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10403" y="1827085"/>
            <a:ext cx="582042" cy="598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55367" y="1858581"/>
            <a:ext cx="361810" cy="5669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95828" y="1827085"/>
            <a:ext cx="1116891" cy="598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36343" y="1858581"/>
            <a:ext cx="534849" cy="5669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21392" y="4756574"/>
            <a:ext cx="4105756" cy="3779989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5" name="object 15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</a:pPr>
            <a:r>
              <a:rPr sz="1800" b="1" spc="105" dirty="0">
                <a:solidFill>
                  <a:srgbClr val="999999"/>
                </a:solidFill>
                <a:latin typeface="Arial"/>
                <a:cs typeface="Arial"/>
              </a:rPr>
              <a:t>600</a:t>
            </a:r>
            <a:r>
              <a:rPr sz="1800" b="1" spc="-7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050" b="1" spc="70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38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999999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55256" y="637076"/>
            <a:ext cx="8128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6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spc="-4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spc="125" dirty="0">
                <a:solidFill>
                  <a:srgbClr val="999999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0895069" y="1836153"/>
            <a:ext cx="307340" cy="774065"/>
          </a:xfrm>
          <a:prstGeom prst="rect">
            <a:avLst/>
          </a:prstGeom>
          <a:solidFill>
            <a:srgbClr val="033160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pc="245" dirty="0">
                <a:solidFill>
                  <a:srgbClr val="FBEDF9"/>
                </a:solidFill>
              </a:rPr>
              <a:t>•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444164" y="4346187"/>
            <a:ext cx="5619115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b="1" spc="95" dirty="0">
                <a:solidFill>
                  <a:srgbClr val="AA2A2D"/>
                </a:solidFill>
                <a:latin typeface="Arial"/>
                <a:cs typeface="Arial"/>
              </a:rPr>
              <a:t>The</a:t>
            </a:r>
            <a:r>
              <a:rPr sz="4300" b="1" spc="-459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00" b="1" spc="204" dirty="0">
                <a:solidFill>
                  <a:srgbClr val="AA2A2D"/>
                </a:solidFill>
                <a:latin typeface="Arial"/>
                <a:cs typeface="Arial"/>
              </a:rPr>
              <a:t>Kafka</a:t>
            </a:r>
            <a:r>
              <a:rPr sz="4300" b="1" spc="-204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00" b="1" spc="110" dirty="0">
                <a:solidFill>
                  <a:srgbClr val="AA2A2D"/>
                </a:solidFill>
                <a:latin typeface="Arial"/>
                <a:cs typeface="Arial"/>
              </a:rPr>
              <a:t>Backbone</a:t>
            </a:r>
            <a:endParaRPr sz="43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078300" y="5083627"/>
            <a:ext cx="810260" cy="263525"/>
          </a:xfrm>
          <a:custGeom>
            <a:avLst/>
            <a:gdLst/>
            <a:ahLst/>
            <a:cxnLst/>
            <a:rect l="l" t="t" r="r" b="b"/>
            <a:pathLst>
              <a:path w="810259" h="263525">
                <a:moveTo>
                  <a:pt x="810139" y="263215"/>
                </a:moveTo>
                <a:lnTo>
                  <a:pt x="0" y="263215"/>
                </a:lnTo>
                <a:lnTo>
                  <a:pt x="0" y="0"/>
                </a:lnTo>
                <a:lnTo>
                  <a:pt x="810139" y="0"/>
                </a:lnTo>
                <a:lnTo>
                  <a:pt x="810139" y="263215"/>
                </a:lnTo>
                <a:close/>
              </a:path>
            </a:pathLst>
          </a:custGeom>
          <a:solidFill>
            <a:srgbClr val="ED3B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065606" y="5078560"/>
            <a:ext cx="8502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10" dirty="0">
                <a:solidFill>
                  <a:srgbClr val="FBEDF9"/>
                </a:solidFill>
                <a:latin typeface="Arial"/>
                <a:cs typeface="Arial"/>
              </a:rPr>
              <a:t>Real-</a:t>
            </a:r>
            <a:r>
              <a:rPr sz="1500" spc="-20" dirty="0">
                <a:solidFill>
                  <a:srgbClr val="FBEDF9"/>
                </a:solidFill>
                <a:latin typeface="Arial"/>
                <a:cs typeface="Arial"/>
              </a:rPr>
              <a:t>time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09558" y="5330036"/>
            <a:ext cx="775970" cy="229870"/>
          </a:xfrm>
          <a:prstGeom prst="rect">
            <a:avLst/>
          </a:prstGeom>
          <a:solidFill>
            <a:srgbClr val="ED3B8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500" spc="-10" dirty="0">
                <a:solidFill>
                  <a:srgbClr val="FBEDF9"/>
                </a:solidFill>
                <a:latin typeface="Arial"/>
                <a:cs typeface="Arial"/>
              </a:rPr>
              <a:t>Analytics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204069" y="5543180"/>
            <a:ext cx="564515" cy="167005"/>
          </a:xfrm>
          <a:custGeom>
            <a:avLst/>
            <a:gdLst/>
            <a:ahLst/>
            <a:cxnLst/>
            <a:rect l="l" t="t" r="r" b="b"/>
            <a:pathLst>
              <a:path w="564515" h="167004">
                <a:moveTo>
                  <a:pt x="564360" y="166524"/>
                </a:moveTo>
                <a:lnTo>
                  <a:pt x="0" y="166524"/>
                </a:lnTo>
                <a:lnTo>
                  <a:pt x="0" y="0"/>
                </a:lnTo>
                <a:lnTo>
                  <a:pt x="564360" y="0"/>
                </a:lnTo>
                <a:lnTo>
                  <a:pt x="564360" y="166524"/>
                </a:lnTo>
                <a:close/>
              </a:path>
            </a:pathLst>
          </a:custGeom>
          <a:solidFill>
            <a:srgbClr val="ED3B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191375" y="5535309"/>
            <a:ext cx="6070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50" dirty="0">
                <a:solidFill>
                  <a:srgbClr val="F9D8EF"/>
                </a:solidFill>
                <a:latin typeface="Arial"/>
                <a:cs typeface="Arial"/>
              </a:rPr>
              <a:t>(Hot</a:t>
            </a:r>
            <a:r>
              <a:rPr sz="950" spc="-60" dirty="0">
                <a:solidFill>
                  <a:srgbClr val="F9D8EF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F9D8EF"/>
                </a:solidFill>
                <a:latin typeface="Arial"/>
                <a:cs typeface="Arial"/>
              </a:rPr>
              <a:t>Path)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20714" y="6453874"/>
            <a:ext cx="1172210" cy="263525"/>
          </a:xfrm>
          <a:prstGeom prst="rect">
            <a:avLst/>
          </a:prstGeom>
          <a:solidFill>
            <a:srgbClr val="3187AA"/>
          </a:solidFill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sz="1500" spc="-50" dirty="0">
                <a:solidFill>
                  <a:srgbClr val="E1F6F9"/>
                </a:solidFill>
                <a:latin typeface="Arial"/>
                <a:cs typeface="Arial"/>
              </a:rPr>
              <a:t>Apache</a:t>
            </a:r>
            <a:r>
              <a:rPr sz="1500" spc="-10" dirty="0">
                <a:solidFill>
                  <a:srgbClr val="E1F6F9"/>
                </a:solidFill>
                <a:latin typeface="Arial"/>
                <a:cs typeface="Arial"/>
              </a:rPr>
              <a:t> Kafka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07554" y="7461871"/>
            <a:ext cx="456565" cy="263525"/>
          </a:xfrm>
          <a:custGeom>
            <a:avLst/>
            <a:gdLst/>
            <a:ahLst/>
            <a:cxnLst/>
            <a:rect l="l" t="t" r="r" b="b"/>
            <a:pathLst>
              <a:path w="456565" h="263525">
                <a:moveTo>
                  <a:pt x="456195" y="263215"/>
                </a:moveTo>
                <a:lnTo>
                  <a:pt x="0" y="263215"/>
                </a:lnTo>
                <a:lnTo>
                  <a:pt x="0" y="0"/>
                </a:lnTo>
                <a:lnTo>
                  <a:pt x="456195" y="0"/>
                </a:lnTo>
                <a:lnTo>
                  <a:pt x="456195" y="263215"/>
                </a:lnTo>
                <a:close/>
              </a:path>
            </a:pathLst>
          </a:custGeom>
          <a:solidFill>
            <a:srgbClr val="BA7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294863" y="7456804"/>
            <a:ext cx="508634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10" dirty="0">
                <a:solidFill>
                  <a:srgbClr val="FBEDF9"/>
                </a:solidFill>
                <a:latin typeface="Arial"/>
                <a:cs typeface="Arial"/>
              </a:rPr>
              <a:t>Batch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110148" y="7682371"/>
            <a:ext cx="865505" cy="263525"/>
          </a:xfrm>
          <a:custGeom>
            <a:avLst/>
            <a:gdLst/>
            <a:ahLst/>
            <a:cxnLst/>
            <a:rect l="l" t="t" r="r" b="b"/>
            <a:pathLst>
              <a:path w="865504" h="263525">
                <a:moveTo>
                  <a:pt x="865197" y="263215"/>
                </a:moveTo>
                <a:lnTo>
                  <a:pt x="0" y="263215"/>
                </a:lnTo>
                <a:lnTo>
                  <a:pt x="0" y="0"/>
                </a:lnTo>
                <a:lnTo>
                  <a:pt x="865197" y="0"/>
                </a:lnTo>
                <a:lnTo>
                  <a:pt x="865197" y="263215"/>
                </a:lnTo>
                <a:close/>
              </a:path>
            </a:pathLst>
          </a:custGeom>
          <a:solidFill>
            <a:srgbClr val="BA7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097459" y="7677304"/>
            <a:ext cx="90233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55" dirty="0">
                <a:solidFill>
                  <a:srgbClr val="FBEDF9"/>
                </a:solidFill>
                <a:latin typeface="Arial"/>
                <a:cs typeface="Arial"/>
              </a:rPr>
              <a:t>Processing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243396" y="7921424"/>
            <a:ext cx="612140" cy="167005"/>
          </a:xfrm>
          <a:custGeom>
            <a:avLst/>
            <a:gdLst/>
            <a:ahLst/>
            <a:cxnLst/>
            <a:rect l="l" t="t" r="r" b="b"/>
            <a:pathLst>
              <a:path w="612140" h="167004">
                <a:moveTo>
                  <a:pt x="611552" y="166524"/>
                </a:moveTo>
                <a:lnTo>
                  <a:pt x="0" y="166524"/>
                </a:lnTo>
                <a:lnTo>
                  <a:pt x="0" y="0"/>
                </a:lnTo>
                <a:lnTo>
                  <a:pt x="611552" y="0"/>
                </a:lnTo>
                <a:lnTo>
                  <a:pt x="611552" y="166524"/>
                </a:lnTo>
                <a:close/>
              </a:path>
            </a:pathLst>
          </a:custGeom>
          <a:solidFill>
            <a:srgbClr val="BA7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230703" y="7913553"/>
            <a:ext cx="65532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F9D8EF"/>
                </a:solidFill>
                <a:latin typeface="Arial"/>
                <a:cs typeface="Arial"/>
              </a:rPr>
              <a:t>(Cold</a:t>
            </a:r>
            <a:r>
              <a:rPr sz="950" spc="-30" dirty="0">
                <a:solidFill>
                  <a:srgbClr val="F9D8EF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FBEDF9"/>
                </a:solidFill>
                <a:latin typeface="Arial"/>
                <a:cs typeface="Arial"/>
              </a:rPr>
              <a:t>Path)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439986" y="5368360"/>
            <a:ext cx="7942580" cy="251396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3175">
              <a:lnSpc>
                <a:spcPct val="127000"/>
              </a:lnSpc>
              <a:spcBef>
                <a:spcPts val="185"/>
              </a:spcBef>
            </a:pPr>
            <a:r>
              <a:rPr sz="3200" spc="225" dirty="0">
                <a:solidFill>
                  <a:srgbClr val="333D4D"/>
                </a:solidFill>
                <a:latin typeface="Arial"/>
                <a:cs typeface="Arial"/>
              </a:rPr>
              <a:t>When</a:t>
            </a:r>
            <a:r>
              <a:rPr sz="3200" spc="-1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33D4D"/>
                </a:solidFill>
                <a:latin typeface="Arial"/>
                <a:cs typeface="Arial"/>
              </a:rPr>
              <a:t>millions</a:t>
            </a:r>
            <a:r>
              <a:rPr sz="3200" spc="-17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33D4D"/>
                </a:solidFill>
                <a:latin typeface="Arial"/>
                <a:cs typeface="Arial"/>
              </a:rPr>
              <a:t>of</a:t>
            </a:r>
            <a:r>
              <a:rPr sz="3200" spc="-3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sensors</a:t>
            </a:r>
            <a:r>
              <a:rPr sz="3200" spc="-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33D4D"/>
                </a:solidFill>
                <a:latin typeface="Arial"/>
                <a:cs typeface="Arial"/>
              </a:rPr>
              <a:t>stream </a:t>
            </a:r>
            <a:r>
              <a:rPr sz="3200" spc="105" dirty="0">
                <a:solidFill>
                  <a:srgbClr val="333D4D"/>
                </a:solidFill>
                <a:latin typeface="Arial"/>
                <a:cs typeface="Arial"/>
              </a:rPr>
              <a:t>concurrently,</a:t>
            </a:r>
            <a:r>
              <a:rPr sz="3200" spc="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33D4D"/>
                </a:solidFill>
                <a:latin typeface="Arial"/>
                <a:cs typeface="Arial"/>
              </a:rPr>
              <a:t>standard</a:t>
            </a:r>
            <a:r>
              <a:rPr sz="3200" spc="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databases</a:t>
            </a:r>
            <a:r>
              <a:rPr sz="3200" spc="10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95" dirty="0">
                <a:solidFill>
                  <a:srgbClr val="333D4D"/>
                </a:solidFill>
                <a:latin typeface="Arial"/>
                <a:cs typeface="Arial"/>
              </a:rPr>
              <a:t>lock</a:t>
            </a:r>
            <a:r>
              <a:rPr sz="3200" spc="-9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40" dirty="0">
                <a:solidFill>
                  <a:srgbClr val="333D4D"/>
                </a:solidFill>
                <a:latin typeface="Arial"/>
                <a:cs typeface="Arial"/>
              </a:rPr>
              <a:t>up. </a:t>
            </a:r>
            <a:r>
              <a:rPr sz="3200" spc="50" dirty="0">
                <a:solidFill>
                  <a:srgbClr val="333D4D"/>
                </a:solidFill>
                <a:latin typeface="Arial"/>
                <a:cs typeface="Arial"/>
              </a:rPr>
              <a:t>Apache</a:t>
            </a:r>
            <a:r>
              <a:rPr sz="3200" spc="-1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333D4D"/>
                </a:solidFill>
                <a:latin typeface="Arial"/>
                <a:cs typeface="Arial"/>
              </a:rPr>
              <a:t>Kafka</a:t>
            </a:r>
            <a:r>
              <a:rPr sz="3200" spc="-7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acts</a:t>
            </a:r>
            <a:r>
              <a:rPr sz="3200" spc="-20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110" dirty="0">
                <a:solidFill>
                  <a:srgbClr val="333D4D"/>
                </a:solidFill>
                <a:latin typeface="Arial"/>
                <a:cs typeface="Arial"/>
              </a:rPr>
              <a:t>as</a:t>
            </a:r>
            <a:r>
              <a:rPr sz="3200" spc="-2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114" dirty="0">
                <a:solidFill>
                  <a:srgbClr val="333D4D"/>
                </a:solidFill>
                <a:latin typeface="Arial"/>
                <a:cs typeface="Arial"/>
              </a:rPr>
              <a:t>a</a:t>
            </a:r>
            <a:r>
              <a:rPr sz="3200" spc="-229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70" dirty="0">
                <a:solidFill>
                  <a:srgbClr val="333D4D"/>
                </a:solidFill>
                <a:latin typeface="Arial"/>
                <a:cs typeface="Arial"/>
              </a:rPr>
              <a:t>high-</a:t>
            </a:r>
            <a:r>
              <a:rPr sz="3200" spc="140" dirty="0">
                <a:solidFill>
                  <a:srgbClr val="333D4D"/>
                </a:solidFill>
                <a:latin typeface="Arial"/>
                <a:cs typeface="Arial"/>
              </a:rPr>
              <a:t>durability </a:t>
            </a:r>
            <a:r>
              <a:rPr sz="3100" b="1" dirty="0">
                <a:solidFill>
                  <a:srgbClr val="032F5E"/>
                </a:solidFill>
                <a:latin typeface="Arial"/>
                <a:cs typeface="Arial"/>
              </a:rPr>
              <a:t>Message</a:t>
            </a:r>
            <a:r>
              <a:rPr sz="3100" b="1" spc="-70" dirty="0">
                <a:solidFill>
                  <a:srgbClr val="032F5E"/>
                </a:solidFill>
                <a:latin typeface="Arial"/>
                <a:cs typeface="Arial"/>
              </a:rPr>
              <a:t> </a:t>
            </a:r>
            <a:r>
              <a:rPr sz="3100" b="1" spc="100" dirty="0">
                <a:solidFill>
                  <a:srgbClr val="032F5E"/>
                </a:solidFill>
                <a:latin typeface="Arial"/>
                <a:cs typeface="Arial"/>
              </a:rPr>
              <a:t>Buffer</a:t>
            </a:r>
            <a:r>
              <a:rPr sz="3100" b="1" spc="-105" dirty="0">
                <a:solidFill>
                  <a:srgbClr val="032F5E"/>
                </a:solidFill>
                <a:latin typeface="Arial"/>
                <a:cs typeface="Arial"/>
              </a:rPr>
              <a:t> </a:t>
            </a:r>
            <a:r>
              <a:rPr sz="3200" spc="180" dirty="0">
                <a:solidFill>
                  <a:srgbClr val="333D4D"/>
                </a:solidFill>
                <a:latin typeface="Arial"/>
                <a:cs typeface="Arial"/>
              </a:rPr>
              <a:t>that</a:t>
            </a:r>
            <a:r>
              <a:rPr sz="3200" spc="-1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40" dirty="0">
                <a:solidFill>
                  <a:srgbClr val="333D4D"/>
                </a:solidFill>
                <a:latin typeface="Arial"/>
                <a:cs typeface="Arial"/>
              </a:rPr>
              <a:t>scales</a:t>
            </a:r>
            <a:r>
              <a:rPr sz="3200" spc="-1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0" dirty="0">
                <a:solidFill>
                  <a:srgbClr val="333D4D"/>
                </a:solidFill>
                <a:latin typeface="Arial"/>
                <a:cs typeface="Arial"/>
              </a:rPr>
              <a:t>horizontally.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239" y="1858581"/>
            <a:ext cx="660696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6590" y="1842831"/>
            <a:ext cx="676427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5941" y="1858581"/>
            <a:ext cx="361810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8331" y="1842831"/>
            <a:ext cx="865198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82184" y="1842831"/>
            <a:ext cx="676427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37265" y="1842831"/>
            <a:ext cx="361810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77730" y="1827085"/>
            <a:ext cx="440464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38426" y="1827085"/>
            <a:ext cx="1541624" cy="598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42971" y="1827085"/>
            <a:ext cx="1683203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89098" y="1858581"/>
            <a:ext cx="377540" cy="56699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29234" y="346582"/>
            <a:ext cx="0" cy="1165860"/>
          </a:xfrm>
          <a:custGeom>
            <a:avLst/>
            <a:gdLst/>
            <a:ahLst/>
            <a:cxnLst/>
            <a:rect l="l" t="t" r="r" b="b"/>
            <a:pathLst>
              <a:path h="1165860">
                <a:moveTo>
                  <a:pt x="0" y="11654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8192742" y="330832"/>
            <a:ext cx="1306195" cy="882015"/>
            <a:chOff x="18192742" y="330832"/>
            <a:chExt cx="1306195" cy="882015"/>
          </a:xfrm>
        </p:grpSpPr>
        <p:sp>
          <p:nvSpPr>
            <p:cNvPr id="15" name="object 15"/>
            <p:cNvSpPr/>
            <p:nvPr/>
          </p:nvSpPr>
          <p:spPr>
            <a:xfrm>
              <a:off x="18216338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192742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05638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120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9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spc="80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35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9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56371" y="637076"/>
            <a:ext cx="7962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1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950" b="1" spc="6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35" dirty="0">
                <a:solidFill>
                  <a:srgbClr val="03315E"/>
                </a:solidFill>
              </a:rPr>
              <a:t>-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14665" y="4586373"/>
            <a:ext cx="8533130" cy="35483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90" dirty="0">
                <a:solidFill>
                  <a:srgbClr val="AA2A2D"/>
                </a:solidFill>
                <a:latin typeface="Arial"/>
                <a:cs typeface="Arial"/>
              </a:rPr>
              <a:t>Optimized</a:t>
            </a:r>
            <a:r>
              <a:rPr sz="4450" b="1" spc="2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AA2A2D"/>
                </a:solidFill>
                <a:latin typeface="Arial"/>
                <a:cs typeface="Arial"/>
              </a:rPr>
              <a:t>for</a:t>
            </a:r>
            <a:r>
              <a:rPr sz="4450" b="1" spc="-14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450" b="1" spc="75" dirty="0">
                <a:solidFill>
                  <a:srgbClr val="AA2A2D"/>
                </a:solidFill>
                <a:latin typeface="Arial"/>
                <a:cs typeface="Arial"/>
              </a:rPr>
              <a:t>Time</a:t>
            </a:r>
            <a:endParaRPr sz="4450">
              <a:latin typeface="Arial"/>
              <a:cs typeface="Arial"/>
            </a:endParaRPr>
          </a:p>
          <a:p>
            <a:pPr marL="21590" marR="5080" indent="13970">
              <a:lnSpc>
                <a:spcPct val="127000"/>
              </a:lnSpc>
              <a:spcBef>
                <a:spcPts val="2870"/>
              </a:spcBef>
            </a:pPr>
            <a:r>
              <a:rPr sz="3200" spc="65" dirty="0">
                <a:solidFill>
                  <a:srgbClr val="333D4D"/>
                </a:solidFill>
                <a:latin typeface="Arial"/>
                <a:cs typeface="Arial"/>
              </a:rPr>
              <a:t>Relational</a:t>
            </a:r>
            <a:r>
              <a:rPr sz="3200" spc="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333D4D"/>
                </a:solidFill>
                <a:latin typeface="Arial"/>
                <a:cs typeface="Arial"/>
              </a:rPr>
              <a:t>DBs</a:t>
            </a:r>
            <a:r>
              <a:rPr sz="3200" spc="-2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05" dirty="0">
                <a:solidFill>
                  <a:srgbClr val="333D4D"/>
                </a:solidFill>
                <a:latin typeface="Arial"/>
                <a:cs typeface="Arial"/>
              </a:rPr>
              <a:t>index</a:t>
            </a:r>
            <a:r>
              <a:rPr sz="3200" spc="-1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33D4D"/>
                </a:solidFill>
                <a:latin typeface="Arial"/>
                <a:cs typeface="Arial"/>
              </a:rPr>
              <a:t>by</a:t>
            </a:r>
            <a:r>
              <a:rPr sz="3200" spc="-24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35" dirty="0">
                <a:solidFill>
                  <a:srgbClr val="333D4D"/>
                </a:solidFill>
                <a:latin typeface="Arial"/>
                <a:cs typeface="Arial"/>
              </a:rPr>
              <a:t>primary</a:t>
            </a:r>
            <a:r>
              <a:rPr sz="3200" spc="-1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keys.</a:t>
            </a:r>
            <a:r>
              <a:rPr sz="3200" spc="-33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D4D"/>
                </a:solidFill>
                <a:latin typeface="Arial"/>
                <a:cs typeface="Arial"/>
              </a:rPr>
              <a:t>TSDBs </a:t>
            </a:r>
            <a:r>
              <a:rPr sz="3200" spc="114" dirty="0">
                <a:solidFill>
                  <a:srgbClr val="333D4D"/>
                </a:solidFill>
                <a:latin typeface="Arial"/>
                <a:cs typeface="Arial"/>
              </a:rPr>
              <a:t>(InfluxDB)</a:t>
            </a:r>
            <a:r>
              <a:rPr sz="3200" spc="-6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05" dirty="0">
                <a:solidFill>
                  <a:srgbClr val="333D4D"/>
                </a:solidFill>
                <a:latin typeface="Arial"/>
                <a:cs typeface="Arial"/>
              </a:rPr>
              <a:t>index</a:t>
            </a:r>
            <a:r>
              <a:rPr sz="3200" spc="-1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33D4D"/>
                </a:solidFill>
                <a:latin typeface="Arial"/>
                <a:cs typeface="Arial"/>
              </a:rPr>
              <a:t>by</a:t>
            </a:r>
            <a:r>
              <a:rPr sz="3200" spc="-2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50" b="1" spc="70" dirty="0">
                <a:solidFill>
                  <a:srgbClr val="03315E"/>
                </a:solidFill>
                <a:latin typeface="Arial"/>
                <a:cs typeface="Arial"/>
              </a:rPr>
              <a:t>Timestamps</a:t>
            </a:r>
            <a:r>
              <a:rPr sz="3150" b="1" spc="70" dirty="0">
                <a:solidFill>
                  <a:srgbClr val="333D4D"/>
                </a:solidFill>
                <a:latin typeface="Arial"/>
                <a:cs typeface="Arial"/>
              </a:rPr>
              <a:t>.</a:t>
            </a:r>
            <a:r>
              <a:rPr sz="3150" b="1" spc="-56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33D4D"/>
                </a:solidFill>
                <a:latin typeface="Arial"/>
                <a:cs typeface="Arial"/>
              </a:rPr>
              <a:t>This </a:t>
            </a:r>
            <a:r>
              <a:rPr sz="3200" spc="60" dirty="0">
                <a:solidFill>
                  <a:srgbClr val="333D4D"/>
                </a:solidFill>
                <a:latin typeface="Arial"/>
                <a:cs typeface="Arial"/>
              </a:rPr>
              <a:t>enables</a:t>
            </a:r>
            <a:r>
              <a:rPr sz="3200" spc="-17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45" dirty="0">
                <a:solidFill>
                  <a:srgbClr val="333D4D"/>
                </a:solidFill>
                <a:latin typeface="Arial"/>
                <a:cs typeface="Arial"/>
              </a:rPr>
              <a:t>querying</a:t>
            </a:r>
            <a:r>
              <a:rPr sz="3200" spc="-28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70" dirty="0">
                <a:solidFill>
                  <a:srgbClr val="333D4D"/>
                </a:solidFill>
                <a:latin typeface="Arial"/>
                <a:cs typeface="Arial"/>
              </a:rPr>
              <a:t>1B</a:t>
            </a:r>
            <a:r>
              <a:rPr sz="3200" spc="-2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25" dirty="0">
                <a:solidFill>
                  <a:srgbClr val="333D4D"/>
                </a:solidFill>
                <a:latin typeface="Arial"/>
                <a:cs typeface="Arial"/>
              </a:rPr>
              <a:t>points</a:t>
            </a:r>
            <a:r>
              <a:rPr sz="3200" spc="-16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05" dirty="0">
                <a:solidFill>
                  <a:srgbClr val="333D4D"/>
                </a:solidFill>
                <a:latin typeface="Arial"/>
                <a:cs typeface="Arial"/>
              </a:rPr>
              <a:t>per</a:t>
            </a:r>
            <a:r>
              <a:rPr sz="3200" spc="-11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second</a:t>
            </a:r>
            <a:r>
              <a:rPr sz="3200" spc="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D4D"/>
                </a:solidFill>
                <a:latin typeface="Arial"/>
                <a:cs typeface="Arial"/>
              </a:rPr>
              <a:t>for </a:t>
            </a:r>
            <a:r>
              <a:rPr sz="3200" spc="185" dirty="0">
                <a:solidFill>
                  <a:srgbClr val="333D4D"/>
                </a:solidFill>
                <a:latin typeface="Arial"/>
                <a:cs typeface="Arial"/>
              </a:rPr>
              <a:t>trend</a:t>
            </a:r>
            <a:r>
              <a:rPr sz="3200" spc="-2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333D4D"/>
                </a:solidFill>
                <a:latin typeface="Arial"/>
                <a:cs typeface="Arial"/>
              </a:rPr>
              <a:t>calculations.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08376" y="4976185"/>
            <a:ext cx="551942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550" dirty="0">
                <a:solidFill>
                  <a:srgbClr val="72876D"/>
                </a:solidFill>
                <a:latin typeface="Arial"/>
                <a:cs typeface="Arial"/>
              </a:rPr>
              <a:t>�</a:t>
            </a:r>
            <a:r>
              <a:rPr sz="1950" spc="550" dirty="0">
                <a:solidFill>
                  <a:srgbClr val="030828"/>
                </a:solidFill>
                <a:latin typeface="Arial"/>
                <a:cs typeface="Arial"/>
              </a:rPr>
              <a:t>ime</a:t>
            </a:r>
            <a:r>
              <a:rPr sz="1950" spc="-275" dirty="0">
                <a:solidFill>
                  <a:srgbClr val="030828"/>
                </a:solidFill>
                <a:latin typeface="Arial"/>
                <a:cs typeface="Arial"/>
              </a:rPr>
              <a:t> </a:t>
            </a:r>
            <a:r>
              <a:rPr sz="1950" spc="-90" dirty="0">
                <a:solidFill>
                  <a:srgbClr val="160F15"/>
                </a:solidFill>
                <a:latin typeface="Arial"/>
                <a:cs typeface="Arial"/>
              </a:rPr>
              <a:t>Series</a:t>
            </a:r>
            <a:r>
              <a:rPr sz="1950" spc="-70" dirty="0">
                <a:solidFill>
                  <a:srgbClr val="160F15"/>
                </a:solidFill>
                <a:latin typeface="Arial"/>
                <a:cs typeface="Arial"/>
              </a:rPr>
              <a:t> </a:t>
            </a:r>
            <a:r>
              <a:rPr sz="1950" spc="-45" dirty="0">
                <a:solidFill>
                  <a:srgbClr val="160F15"/>
                </a:solidFill>
                <a:latin typeface="Arial"/>
                <a:cs typeface="Arial"/>
              </a:rPr>
              <a:t>Database</a:t>
            </a:r>
            <a:r>
              <a:rPr sz="1950" spc="-30" dirty="0">
                <a:solidFill>
                  <a:srgbClr val="160F15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010001"/>
                </a:solidFill>
                <a:latin typeface="Arial"/>
                <a:cs typeface="Arial"/>
              </a:rPr>
              <a:t>Interna</a:t>
            </a:r>
            <a:r>
              <a:rPr sz="1950" dirty="0">
                <a:solidFill>
                  <a:srgbClr val="030828"/>
                </a:solidFill>
                <a:latin typeface="Arial"/>
                <a:cs typeface="Arial"/>
              </a:rPr>
              <a:t>l</a:t>
            </a:r>
            <a:r>
              <a:rPr sz="1950" spc="-190" dirty="0">
                <a:solidFill>
                  <a:srgbClr val="030828"/>
                </a:solidFill>
                <a:latin typeface="Arial"/>
                <a:cs typeface="Arial"/>
              </a:rPr>
              <a:t> </a:t>
            </a:r>
            <a:r>
              <a:rPr sz="1950" spc="-90" dirty="0">
                <a:solidFill>
                  <a:srgbClr val="160F15"/>
                </a:solidFill>
                <a:latin typeface="Arial"/>
                <a:cs typeface="Arial"/>
              </a:rPr>
              <a:t>Table</a:t>
            </a:r>
            <a:r>
              <a:rPr sz="1950" spc="-145" dirty="0">
                <a:solidFill>
                  <a:srgbClr val="160F15"/>
                </a:solidFill>
                <a:latin typeface="Arial"/>
                <a:cs typeface="Arial"/>
              </a:rPr>
              <a:t> </a:t>
            </a:r>
            <a:r>
              <a:rPr sz="1950" spc="-55" dirty="0">
                <a:solidFill>
                  <a:srgbClr val="160F15"/>
                </a:solidFill>
                <a:latin typeface="Arial"/>
                <a:cs typeface="Arial"/>
              </a:rPr>
              <a:t>Comparison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970" y="1858581"/>
            <a:ext cx="409002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0627" y="1827085"/>
            <a:ext cx="1069699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83250" y="1842831"/>
            <a:ext cx="534849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4062" y="1827085"/>
            <a:ext cx="1053968" cy="598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64226" y="1842831"/>
            <a:ext cx="471926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99076" y="1858581"/>
            <a:ext cx="157308" cy="566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35039" y="1842831"/>
            <a:ext cx="534849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32812" y="1842831"/>
            <a:ext cx="1636010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89052" y="1827085"/>
            <a:ext cx="1573086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25062" y="1827085"/>
            <a:ext cx="566311" cy="5984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29281" y="8930313"/>
            <a:ext cx="1887704" cy="1889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46220" y="8788562"/>
            <a:ext cx="377540" cy="3149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52996" y="8883062"/>
            <a:ext cx="377540" cy="2204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59772" y="8867313"/>
            <a:ext cx="377540" cy="236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566548" y="6520569"/>
            <a:ext cx="377540" cy="258299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57378" y="4394322"/>
            <a:ext cx="0" cy="4536440"/>
          </a:xfrm>
          <a:custGeom>
            <a:avLst/>
            <a:gdLst/>
            <a:ahLst/>
            <a:cxnLst/>
            <a:rect l="l" t="t" r="r" b="b"/>
            <a:pathLst>
              <a:path h="4536440">
                <a:moveTo>
                  <a:pt x="0" y="453598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22669" y="8316062"/>
            <a:ext cx="0" cy="567055"/>
          </a:xfrm>
          <a:custGeom>
            <a:avLst/>
            <a:gdLst/>
            <a:ahLst/>
            <a:cxnLst/>
            <a:rect l="l" t="t" r="r" b="b"/>
            <a:pathLst>
              <a:path h="567054">
                <a:moveTo>
                  <a:pt x="0" y="56699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37286" y="8316062"/>
            <a:ext cx="0" cy="740410"/>
          </a:xfrm>
          <a:custGeom>
            <a:avLst/>
            <a:gdLst/>
            <a:ahLst/>
            <a:cxnLst/>
            <a:rect l="l" t="t" r="r" b="b"/>
            <a:pathLst>
              <a:path h="740409">
                <a:moveTo>
                  <a:pt x="0" y="740248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28354" y="4551822"/>
            <a:ext cx="0" cy="1969135"/>
          </a:xfrm>
          <a:custGeom>
            <a:avLst/>
            <a:gdLst/>
            <a:ahLst/>
            <a:cxnLst/>
            <a:rect l="l" t="t" r="r" b="b"/>
            <a:pathLst>
              <a:path h="1969134">
                <a:moveTo>
                  <a:pt x="0" y="1968745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50837" y="4551822"/>
            <a:ext cx="0" cy="4504690"/>
          </a:xfrm>
          <a:custGeom>
            <a:avLst/>
            <a:gdLst/>
            <a:ahLst/>
            <a:cxnLst/>
            <a:rect l="l" t="t" r="r" b="b"/>
            <a:pathLst>
              <a:path h="4504690">
                <a:moveTo>
                  <a:pt x="0" y="450448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57589" y="4331322"/>
            <a:ext cx="0" cy="4725035"/>
          </a:xfrm>
          <a:custGeom>
            <a:avLst/>
            <a:gdLst/>
            <a:ahLst/>
            <a:cxnLst/>
            <a:rect l="l" t="t" r="r" b="b"/>
            <a:pathLst>
              <a:path h="4725034">
                <a:moveTo>
                  <a:pt x="0" y="472498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26" name="object 26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12623" y="4567572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809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14804" y="8331813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809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23759" y="8883061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607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37309" y="9032685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4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44085" y="9040561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4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30534" y="9040561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4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23759" y="9040561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5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16984" y="9040561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5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45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434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455256" y="637076"/>
            <a:ext cx="8128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6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spc="-4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spc="125" dirty="0">
                <a:solidFill>
                  <a:srgbClr val="999999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9" name="object 3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0851" rIns="0" bIns="0" rtlCol="0">
            <a:spAutoFit/>
          </a:bodyPr>
          <a:lstStyle/>
          <a:p>
            <a:pPr marL="1588770">
              <a:lnSpc>
                <a:spcPct val="100000"/>
              </a:lnSpc>
              <a:spcBef>
                <a:spcPts val="115"/>
              </a:spcBef>
            </a:pPr>
            <a:r>
              <a:rPr spc="245" dirty="0">
                <a:solidFill>
                  <a:srgbClr val="05315E"/>
                </a:solidFill>
              </a:rPr>
              <a:t>•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260092" y="4007564"/>
            <a:ext cx="629983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u="sng" spc="95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Python</a:t>
            </a:r>
            <a:r>
              <a:rPr sz="1650" u="sng" spc="20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 </a:t>
            </a:r>
            <a:r>
              <a:rPr sz="1650" u="sng" spc="85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Conversion</a:t>
            </a:r>
            <a:r>
              <a:rPr sz="1650" u="sng" spc="90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 </a:t>
            </a:r>
            <a:r>
              <a:rPr sz="1650" u="sng" spc="114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Times</a:t>
            </a:r>
            <a:r>
              <a:rPr sz="1650" u="sng" spc="130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 </a:t>
            </a:r>
            <a:r>
              <a:rPr sz="1650" u="sng" spc="65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For</a:t>
            </a:r>
            <a:r>
              <a:rPr sz="1650" u="sng" spc="-30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 </a:t>
            </a:r>
            <a:r>
              <a:rPr sz="1650" u="sng" spc="85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Popular</a:t>
            </a:r>
            <a:r>
              <a:rPr sz="1650" u="sng" spc="150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 </a:t>
            </a:r>
            <a:r>
              <a:rPr sz="1650" u="sng" spc="85" dirty="0">
                <a:solidFill>
                  <a:srgbClr val="363D49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Serialization</a:t>
            </a:r>
            <a:r>
              <a:rPr sz="1650" u="sng" spc="210" dirty="0">
                <a:solidFill>
                  <a:srgbClr val="363D49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 </a:t>
            </a:r>
            <a:r>
              <a:rPr sz="1650" u="sng" spc="90" dirty="0">
                <a:solidFill>
                  <a:srgbClr val="2D2D2D"/>
                </a:solidFill>
                <a:uFill>
                  <a:solidFill>
                    <a:srgbClr val="2D2D2D"/>
                  </a:solidFill>
                </a:uFill>
                <a:latin typeface="Arial"/>
                <a:cs typeface="Arial"/>
              </a:rPr>
              <a:t>Formats</a:t>
            </a:r>
            <a:endParaRPr sz="1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15575" y="4318624"/>
            <a:ext cx="14414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60" dirty="0">
                <a:solidFill>
                  <a:srgbClr val="4D4D4D"/>
                </a:solidFill>
                <a:latin typeface="Arial"/>
                <a:cs typeface="Arial"/>
              </a:rPr>
              <a:t>7</a:t>
            </a:r>
            <a:endParaRPr sz="14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96136" y="4403675"/>
            <a:ext cx="1852295" cy="5613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23875" indent="-503555">
              <a:lnSpc>
                <a:spcPct val="100000"/>
              </a:lnSpc>
              <a:spcBef>
                <a:spcPts val="459"/>
              </a:spcBef>
              <a:buClr>
                <a:srgbClr val="1F75B1"/>
              </a:buClr>
              <a:buChar char="-"/>
              <a:tabLst>
                <a:tab pos="523875" algn="l"/>
              </a:tabLst>
            </a:pPr>
            <a:r>
              <a:rPr sz="1450" spc="35" dirty="0">
                <a:solidFill>
                  <a:srgbClr val="4D4D4D"/>
                </a:solidFill>
                <a:latin typeface="Arial"/>
                <a:cs typeface="Arial"/>
              </a:rPr>
              <a:t>serialization</a:t>
            </a:r>
            <a:endParaRPr sz="1450">
              <a:latin typeface="Arial"/>
              <a:cs typeface="Arial"/>
            </a:endParaRPr>
          </a:p>
          <a:p>
            <a:pPr marL="514984" indent="-502284">
              <a:lnSpc>
                <a:spcPct val="100000"/>
              </a:lnSpc>
              <a:spcBef>
                <a:spcPts val="365"/>
              </a:spcBef>
              <a:buClr>
                <a:srgbClr val="F68016"/>
              </a:buClr>
              <a:buChar char="-"/>
              <a:tabLst>
                <a:tab pos="514984" algn="l"/>
              </a:tabLst>
            </a:pPr>
            <a:r>
              <a:rPr sz="1450" spc="40" dirty="0">
                <a:solidFill>
                  <a:srgbClr val="4D4D4D"/>
                </a:solidFill>
                <a:latin typeface="Arial"/>
                <a:cs typeface="Arial"/>
              </a:rPr>
              <a:t>Deserialization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02141" y="4995873"/>
            <a:ext cx="128905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spc="10" dirty="0">
                <a:solidFill>
                  <a:srgbClr val="4D4D4D"/>
                </a:solidFill>
                <a:latin typeface="Arial"/>
                <a:cs typeface="Arial"/>
              </a:rPr>
              <a:t>6</a:t>
            </a:r>
            <a:endParaRPr sz="13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09148" y="5645559"/>
            <a:ext cx="13081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4D4D4D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25938" y="5775496"/>
            <a:ext cx="20447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1150" dirty="0">
                <a:solidFill>
                  <a:srgbClr val="606060"/>
                </a:solidFill>
                <a:latin typeface="Times New Roman"/>
                <a:cs typeface="Times New Roman"/>
              </a:rPr>
              <a:t>-</a:t>
            </a:r>
            <a:r>
              <a:rPr sz="1200" spc="-37" baseline="3472" dirty="0">
                <a:solidFill>
                  <a:srgbClr val="606060"/>
                </a:solidFill>
                <a:latin typeface="Arial"/>
                <a:cs typeface="Arial"/>
              </a:rPr>
              <a:t>Ill</a:t>
            </a:r>
            <a:endParaRPr sz="1200" baseline="3472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30704" y="6259807"/>
            <a:ext cx="43751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690" dirty="0">
                <a:solidFill>
                  <a:srgbClr val="606060"/>
                </a:solidFill>
                <a:latin typeface="Courier New"/>
                <a:cs typeface="Courier New"/>
              </a:rPr>
              <a:t>-</a:t>
            </a:r>
            <a:r>
              <a:rPr sz="1550" b="1" spc="640" dirty="0">
                <a:solidFill>
                  <a:srgbClr val="363D49"/>
                </a:solidFill>
                <a:latin typeface="Courier New"/>
                <a:cs typeface="Courier New"/>
              </a:rPr>
              <a:t>4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71110" y="6444869"/>
            <a:ext cx="15176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05" dirty="0">
                <a:solidFill>
                  <a:srgbClr val="4D4D4D"/>
                </a:solidFill>
                <a:latin typeface="Arial"/>
                <a:cs typeface="Arial"/>
              </a:rPr>
              <a:t>Ill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42668" y="6539369"/>
            <a:ext cx="266700" cy="2787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950"/>
              </a:lnSpc>
              <a:spcBef>
                <a:spcPts val="130"/>
              </a:spcBef>
            </a:pPr>
            <a:r>
              <a:rPr sz="900" b="1" spc="375" dirty="0">
                <a:solidFill>
                  <a:srgbClr val="4D4D4D"/>
                </a:solidFill>
                <a:latin typeface="Arial"/>
                <a:cs typeface="Arial"/>
              </a:rPr>
              <a:t>"C</a:t>
            </a:r>
            <a:endParaRPr sz="900">
              <a:latin typeface="Arial"/>
              <a:cs typeface="Arial"/>
            </a:endParaRPr>
          </a:p>
          <a:p>
            <a:pPr marL="45720">
              <a:lnSpc>
                <a:spcPts val="1010"/>
              </a:lnSpc>
            </a:pPr>
            <a:r>
              <a:rPr sz="950" b="1" spc="445" dirty="0">
                <a:solidFill>
                  <a:srgbClr val="4D4D4D"/>
                </a:solidFill>
                <a:latin typeface="Times New Roman"/>
                <a:cs typeface="Times New Roman"/>
              </a:rPr>
              <a:t>C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14296" y="6712618"/>
            <a:ext cx="2692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50" b="1" spc="1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r>
              <a:rPr sz="1950" b="1" spc="150" baseline="-34188" dirty="0">
                <a:solidFill>
                  <a:srgbClr val="4D4D4D"/>
                </a:solidFill>
                <a:latin typeface="Times New Roman"/>
                <a:cs typeface="Times New Roman"/>
              </a:rPr>
              <a:t>u</a:t>
            </a:r>
            <a:endParaRPr sz="1950" baseline="-34188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72029" y="6925243"/>
            <a:ext cx="435609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00" i="1" spc="180" dirty="0">
                <a:solidFill>
                  <a:srgbClr val="4D4D4D"/>
                </a:solidFill>
                <a:latin typeface="Arial"/>
                <a:cs typeface="Arial"/>
              </a:rPr>
              <a:t>(I)</a:t>
            </a:r>
            <a:r>
              <a:rPr sz="800" i="1" spc="41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50" spc="490" dirty="0">
                <a:solidFill>
                  <a:srgbClr val="4D4D4D"/>
                </a:solidFill>
                <a:latin typeface="Arial"/>
                <a:cs typeface="Arial"/>
              </a:rPr>
              <a:t>3</a:t>
            </a:r>
            <a:endParaRPr sz="13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48123" y="7070930"/>
            <a:ext cx="17907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65" dirty="0">
                <a:solidFill>
                  <a:srgbClr val="4D4D4D"/>
                </a:solidFill>
                <a:latin typeface="Arial"/>
                <a:cs typeface="Arial"/>
              </a:rPr>
              <a:t>U'J</a:t>
            </a:r>
            <a:endParaRPr sz="9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010415" y="7622178"/>
            <a:ext cx="113030" cy="886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30"/>
              </a:spcBef>
            </a:pPr>
            <a:r>
              <a:rPr sz="1300" spc="-55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50" spc="-50" dirty="0">
                <a:solidFill>
                  <a:srgbClr val="2D2D2D"/>
                </a:solidFill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416113" y="3101086"/>
            <a:ext cx="8582025" cy="216852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944"/>
              </a:spcBef>
            </a:pPr>
            <a:r>
              <a:rPr sz="4400" b="1" spc="90" dirty="0">
                <a:solidFill>
                  <a:srgbClr val="AA2A2D"/>
                </a:solidFill>
                <a:latin typeface="Arial"/>
                <a:cs typeface="Arial"/>
              </a:rPr>
              <a:t>Payload</a:t>
            </a:r>
            <a:r>
              <a:rPr sz="4400" b="1" spc="-31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AA2A2D"/>
                </a:solidFill>
                <a:latin typeface="Arial"/>
                <a:cs typeface="Arial"/>
              </a:rPr>
              <a:t>Efficiency</a:t>
            </a:r>
            <a:endParaRPr sz="4400">
              <a:latin typeface="Arial"/>
              <a:cs typeface="Arial"/>
            </a:endParaRPr>
          </a:p>
          <a:p>
            <a:pPr marL="746760" marR="5080" indent="-734695">
              <a:lnSpc>
                <a:spcPct val="111900"/>
              </a:lnSpc>
              <a:spcBef>
                <a:spcPts val="235"/>
              </a:spcBef>
              <a:tabLst>
                <a:tab pos="755015" algn="l"/>
              </a:tabLst>
            </a:pPr>
            <a:r>
              <a:rPr sz="4450" b="1" spc="50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450" b="1" dirty="0">
                <a:solidFill>
                  <a:srgbClr val="AA2A2D"/>
                </a:solidFill>
                <a:latin typeface="Arial"/>
                <a:cs typeface="Arial"/>
              </a:rPr>
              <a:t>		</a:t>
            </a:r>
            <a:r>
              <a:rPr sz="3600" b="1" spc="-195" dirty="0">
                <a:solidFill>
                  <a:srgbClr val="05315E"/>
                </a:solidFill>
                <a:latin typeface="Times New Roman"/>
                <a:cs typeface="Times New Roman"/>
              </a:rPr>
              <a:t>JSON:</a:t>
            </a:r>
            <a:r>
              <a:rPr sz="3600" b="1" spc="-265" dirty="0">
                <a:solidFill>
                  <a:srgbClr val="05315E"/>
                </a:solidFill>
                <a:latin typeface="Times New Roman"/>
                <a:cs typeface="Times New Roman"/>
              </a:rPr>
              <a:t> </a:t>
            </a:r>
            <a:r>
              <a:rPr sz="3250" spc="80" dirty="0">
                <a:solidFill>
                  <a:srgbClr val="363D49"/>
                </a:solidFill>
                <a:latin typeface="Arial"/>
                <a:cs typeface="Arial"/>
              </a:rPr>
              <a:t>Human</a:t>
            </a:r>
            <a:r>
              <a:rPr sz="3250" spc="-60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63D49"/>
                </a:solidFill>
                <a:latin typeface="Arial"/>
                <a:cs typeface="Arial"/>
              </a:rPr>
              <a:t>readable,</a:t>
            </a:r>
            <a:r>
              <a:rPr sz="3250" spc="-165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spc="80" dirty="0">
                <a:solidFill>
                  <a:srgbClr val="363D49"/>
                </a:solidFill>
                <a:latin typeface="Arial"/>
                <a:cs typeface="Arial"/>
              </a:rPr>
              <a:t>flexible,</a:t>
            </a:r>
            <a:r>
              <a:rPr sz="3250" spc="-200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spc="100" dirty="0">
                <a:solidFill>
                  <a:srgbClr val="363D49"/>
                </a:solidFill>
                <a:latin typeface="Arial"/>
                <a:cs typeface="Arial"/>
              </a:rPr>
              <a:t>but</a:t>
            </a:r>
            <a:r>
              <a:rPr sz="3250" spc="150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spc="65" dirty="0">
                <a:solidFill>
                  <a:srgbClr val="363D49"/>
                </a:solidFill>
                <a:latin typeface="Arial"/>
                <a:cs typeface="Arial"/>
              </a:rPr>
              <a:t>high </a:t>
            </a:r>
            <a:r>
              <a:rPr sz="3250" spc="45" dirty="0">
                <a:solidFill>
                  <a:srgbClr val="363D49"/>
                </a:solidFill>
                <a:latin typeface="Arial"/>
                <a:cs typeface="Arial"/>
              </a:rPr>
              <a:t>overhead.</a:t>
            </a:r>
            <a:endParaRPr sz="32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416113" y="5343542"/>
            <a:ext cx="8291195" cy="139065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748665" marR="5080" indent="-736600">
              <a:lnSpc>
                <a:spcPct val="111900"/>
              </a:lnSpc>
              <a:spcBef>
                <a:spcPts val="335"/>
              </a:spcBef>
              <a:tabLst>
                <a:tab pos="754380" algn="l"/>
              </a:tabLst>
            </a:pPr>
            <a:r>
              <a:rPr sz="4450" b="1" spc="120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450" b="1" dirty="0">
                <a:solidFill>
                  <a:srgbClr val="AA2A2D"/>
                </a:solidFill>
                <a:latin typeface="Arial"/>
                <a:cs typeface="Arial"/>
              </a:rPr>
              <a:t>		</a:t>
            </a:r>
            <a:r>
              <a:rPr sz="3150" b="1" dirty="0">
                <a:solidFill>
                  <a:srgbClr val="05315E"/>
                </a:solidFill>
                <a:latin typeface="Arial"/>
                <a:cs typeface="Arial"/>
              </a:rPr>
              <a:t>Protocol</a:t>
            </a:r>
            <a:r>
              <a:rPr sz="3150" b="1" spc="210" dirty="0">
                <a:solidFill>
                  <a:srgbClr val="05315E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05315E"/>
                </a:solidFill>
                <a:latin typeface="Arial"/>
                <a:cs typeface="Arial"/>
              </a:rPr>
              <a:t>Buffers:</a:t>
            </a:r>
            <a:r>
              <a:rPr sz="3150" b="1" spc="-204" dirty="0">
                <a:solidFill>
                  <a:srgbClr val="05315E"/>
                </a:solidFill>
                <a:latin typeface="Arial"/>
                <a:cs typeface="Arial"/>
              </a:rPr>
              <a:t> </a:t>
            </a:r>
            <a:r>
              <a:rPr sz="3250" spc="140" dirty="0">
                <a:solidFill>
                  <a:srgbClr val="363D49"/>
                </a:solidFill>
                <a:latin typeface="Arial"/>
                <a:cs typeface="Arial"/>
              </a:rPr>
              <a:t>10x</a:t>
            </a:r>
            <a:r>
              <a:rPr sz="3250" spc="-140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63D49"/>
                </a:solidFill>
                <a:latin typeface="Arial"/>
                <a:cs typeface="Arial"/>
              </a:rPr>
              <a:t>smaller,</a:t>
            </a:r>
            <a:r>
              <a:rPr sz="3250" spc="-210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spc="65" dirty="0">
                <a:solidFill>
                  <a:srgbClr val="363D49"/>
                </a:solidFill>
                <a:latin typeface="Arial"/>
                <a:cs typeface="Arial"/>
              </a:rPr>
              <a:t>faster</a:t>
            </a:r>
            <a:r>
              <a:rPr sz="3250" spc="55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spc="35" dirty="0">
                <a:solidFill>
                  <a:srgbClr val="363D49"/>
                </a:solidFill>
                <a:latin typeface="Arial"/>
                <a:cs typeface="Arial"/>
              </a:rPr>
              <a:t>to </a:t>
            </a:r>
            <a:r>
              <a:rPr sz="3250" spc="-25" dirty="0">
                <a:solidFill>
                  <a:srgbClr val="363D49"/>
                </a:solidFill>
                <a:latin typeface="Arial"/>
                <a:cs typeface="Arial"/>
              </a:rPr>
              <a:t>parse,</a:t>
            </a:r>
            <a:r>
              <a:rPr sz="3250" spc="-229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63D49"/>
                </a:solidFill>
                <a:latin typeface="Arial"/>
                <a:cs typeface="Arial"/>
              </a:rPr>
              <a:t>essential</a:t>
            </a:r>
            <a:r>
              <a:rPr sz="3250" spc="-5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63D49"/>
                </a:solidFill>
                <a:latin typeface="Arial"/>
                <a:cs typeface="Arial"/>
              </a:rPr>
              <a:t>for</a:t>
            </a:r>
            <a:r>
              <a:rPr sz="3250" spc="355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spc="105" dirty="0">
                <a:solidFill>
                  <a:srgbClr val="363D49"/>
                </a:solidFill>
                <a:latin typeface="Arial"/>
                <a:cs typeface="Arial"/>
              </a:rPr>
              <a:t>cellular/satellite</a:t>
            </a:r>
            <a:r>
              <a:rPr sz="3250" spc="-210" dirty="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sz="3250" spc="-20" dirty="0">
                <a:solidFill>
                  <a:srgbClr val="363D49"/>
                </a:solidFill>
                <a:latin typeface="Arial"/>
                <a:cs typeface="Arial"/>
              </a:rPr>
              <a:t>loT.</a:t>
            </a:r>
            <a:endParaRPr sz="32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740304" y="9110549"/>
            <a:ext cx="2990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180" dirty="0">
                <a:solidFill>
                  <a:srgbClr val="606060"/>
                </a:solidFill>
                <a:latin typeface="Arial"/>
                <a:cs typeface="Arial"/>
              </a:rPr>
              <a:t>c:sv</a:t>
            </a:r>
            <a:endParaRPr sz="14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24181" y="9106611"/>
            <a:ext cx="36830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20" dirty="0">
                <a:solidFill>
                  <a:srgbClr val="4D4D4D"/>
                </a:solidFill>
                <a:latin typeface="Arial"/>
                <a:cs typeface="Arial"/>
              </a:rPr>
              <a:t>json</a:t>
            </a:r>
            <a:endParaRPr sz="14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509106" y="9089286"/>
            <a:ext cx="1800225" cy="5137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810">
              <a:lnSpc>
                <a:spcPct val="110500"/>
              </a:lnSpc>
              <a:spcBef>
                <a:spcPts val="90"/>
              </a:spcBef>
              <a:tabLst>
                <a:tab pos="1205865" algn="l"/>
              </a:tabLst>
            </a:pPr>
            <a:r>
              <a:rPr sz="1450" spc="50" dirty="0">
                <a:solidFill>
                  <a:srgbClr val="4D4D4D"/>
                </a:solidFill>
                <a:latin typeface="Arial"/>
                <a:cs typeface="Arial"/>
              </a:rPr>
              <a:t>protobuf</a:t>
            </a:r>
            <a:r>
              <a:rPr sz="1450" dirty="0">
                <a:solidFill>
                  <a:srgbClr val="4D4D4D"/>
                </a:solidFill>
                <a:latin typeface="Arial"/>
                <a:cs typeface="Arial"/>
              </a:rPr>
              <a:t>	</a:t>
            </a:r>
            <a:r>
              <a:rPr sz="1450" spc="30" dirty="0">
                <a:solidFill>
                  <a:srgbClr val="363D49"/>
                </a:solidFill>
                <a:latin typeface="Arial"/>
                <a:cs typeface="Arial"/>
              </a:rPr>
              <a:t>tom</a:t>
            </a:r>
            <a:r>
              <a:rPr sz="1450" spc="30" dirty="0">
                <a:solidFill>
                  <a:srgbClr val="4D4D4D"/>
                </a:solidFill>
                <a:latin typeface="Arial"/>
                <a:cs typeface="Arial"/>
              </a:rPr>
              <a:t>I </a:t>
            </a:r>
            <a:r>
              <a:rPr sz="1450" spc="10" dirty="0">
                <a:solidFill>
                  <a:srgbClr val="4D4D4D"/>
                </a:solidFill>
                <a:latin typeface="Arial"/>
                <a:cs typeface="Arial"/>
              </a:rPr>
              <a:t>Serialization</a:t>
            </a:r>
            <a:r>
              <a:rPr sz="1450" spc="45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50" spc="45" dirty="0">
                <a:solidFill>
                  <a:srgbClr val="4D4D4D"/>
                </a:solidFill>
                <a:latin typeface="Arial"/>
                <a:cs typeface="Arial"/>
              </a:rPr>
              <a:t>Format</a:t>
            </a:r>
            <a:endParaRPr sz="14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750440" y="9106611"/>
            <a:ext cx="33401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25" dirty="0">
                <a:solidFill>
                  <a:srgbClr val="4D4D4D"/>
                </a:solidFill>
                <a:latin typeface="Arial"/>
                <a:cs typeface="Arial"/>
              </a:rPr>
              <a:t>xml</a:t>
            </a:r>
            <a:endParaRPr sz="14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700271" y="9106611"/>
            <a:ext cx="44386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20" dirty="0">
                <a:solidFill>
                  <a:srgbClr val="4D4D4D"/>
                </a:solidFill>
                <a:latin typeface="Arial"/>
                <a:cs typeface="Arial"/>
              </a:rPr>
              <a:t>yaml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27085"/>
            <a:ext cx="2202321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9677" y="1842831"/>
            <a:ext cx="2831556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7198" y="1842831"/>
            <a:ext cx="1179815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85664" y="1842831"/>
            <a:ext cx="534849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83439" y="1827085"/>
            <a:ext cx="566311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28404" y="1858581"/>
            <a:ext cx="157308" cy="566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64368" y="1842831"/>
            <a:ext cx="1777588" cy="5827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2" name="object 12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</a:pPr>
            <a:r>
              <a:rPr sz="1800" b="1" spc="105" dirty="0">
                <a:solidFill>
                  <a:srgbClr val="979997"/>
                </a:solidFill>
                <a:latin typeface="Arial"/>
                <a:cs typeface="Arial"/>
              </a:rPr>
              <a:t>600</a:t>
            </a:r>
            <a:r>
              <a:rPr sz="1800" b="1" spc="-75" dirty="0">
                <a:solidFill>
                  <a:srgbClr val="979997"/>
                </a:solidFill>
                <a:latin typeface="Arial"/>
                <a:cs typeface="Arial"/>
              </a:rPr>
              <a:t> </a:t>
            </a:r>
            <a:r>
              <a:rPr sz="1050" b="1" spc="70" dirty="0">
                <a:solidFill>
                  <a:srgbClr val="979997"/>
                </a:solidFill>
                <a:latin typeface="Arial"/>
                <a:cs typeface="Arial"/>
              </a:rPr>
              <a:t>X</a:t>
            </a:r>
            <a:r>
              <a:rPr sz="1050" b="1" spc="385" dirty="0">
                <a:solidFill>
                  <a:srgbClr val="979997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979997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79997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79997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79997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914843" y="4598187"/>
            <a:ext cx="5138420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b="1" spc="125" dirty="0">
                <a:solidFill>
                  <a:srgbClr val="AA2A2D"/>
                </a:solidFill>
                <a:latin typeface="Arial"/>
                <a:cs typeface="Arial"/>
              </a:rPr>
              <a:t>Functional</a:t>
            </a:r>
            <a:r>
              <a:rPr sz="4300" b="1" spc="6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00" b="1" spc="110" dirty="0">
                <a:solidFill>
                  <a:srgbClr val="AA2A2D"/>
                </a:solidFill>
                <a:latin typeface="Arial"/>
                <a:cs typeface="Arial"/>
              </a:rPr>
              <a:t>Visuals</a:t>
            </a:r>
            <a:endParaRPr sz="4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06128" y="4739936"/>
            <a:ext cx="4509135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45" dirty="0">
                <a:solidFill>
                  <a:srgbClr val="979997"/>
                </a:solidFill>
                <a:latin typeface="Arial"/>
                <a:cs typeface="Arial"/>
              </a:rPr>
              <a:t>�</a:t>
            </a:r>
            <a:r>
              <a:rPr sz="1950" spc="-45" dirty="0">
                <a:solidFill>
                  <a:srgbClr val="110C16"/>
                </a:solidFill>
                <a:latin typeface="Arial"/>
                <a:cs typeface="Arial"/>
              </a:rPr>
              <a:t>Grafana</a:t>
            </a:r>
            <a:r>
              <a:rPr sz="1950" spc="-220" dirty="0">
                <a:solidFill>
                  <a:srgbClr val="110C16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110C16"/>
                </a:solidFill>
                <a:latin typeface="Arial"/>
                <a:cs typeface="Arial"/>
              </a:rPr>
              <a:t>Industrial</a:t>
            </a:r>
            <a:r>
              <a:rPr sz="1950" spc="-10" dirty="0">
                <a:solidFill>
                  <a:srgbClr val="110C16"/>
                </a:solidFill>
                <a:latin typeface="Arial"/>
                <a:cs typeface="Arial"/>
              </a:rPr>
              <a:t> </a:t>
            </a:r>
            <a:r>
              <a:rPr sz="1950" spc="-20" dirty="0">
                <a:solidFill>
                  <a:srgbClr val="110C16"/>
                </a:solidFill>
                <a:latin typeface="Arial"/>
                <a:cs typeface="Arial"/>
              </a:rPr>
              <a:t>Real-time</a:t>
            </a:r>
            <a:r>
              <a:rPr sz="1950" spc="-110" dirty="0">
                <a:solidFill>
                  <a:srgbClr val="110C16"/>
                </a:solidFill>
                <a:latin typeface="Arial"/>
                <a:cs typeface="Arial"/>
              </a:rPr>
              <a:t> </a:t>
            </a:r>
            <a:r>
              <a:rPr sz="1950" spc="-35" dirty="0">
                <a:solidFill>
                  <a:srgbClr val="110C16"/>
                </a:solidFill>
                <a:latin typeface="Arial"/>
                <a:cs typeface="Arial"/>
              </a:rPr>
              <a:t>Dashboard</a:t>
            </a:r>
            <a:endParaRPr sz="195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255" marR="5080" indent="9525">
              <a:lnSpc>
                <a:spcPct val="126400"/>
              </a:lnSpc>
              <a:spcBef>
                <a:spcPts val="120"/>
              </a:spcBef>
            </a:pPr>
            <a:r>
              <a:rPr spc="135" dirty="0">
                <a:solidFill>
                  <a:srgbClr val="343D4D"/>
                </a:solidFill>
              </a:rPr>
              <a:t>Industrial</a:t>
            </a:r>
            <a:r>
              <a:rPr spc="-195" dirty="0">
                <a:solidFill>
                  <a:srgbClr val="343D4D"/>
                </a:solidFill>
              </a:rPr>
              <a:t> </a:t>
            </a:r>
            <a:r>
              <a:rPr spc="65" dirty="0">
                <a:solidFill>
                  <a:srgbClr val="343D4D"/>
                </a:solidFill>
              </a:rPr>
              <a:t>dashboards</a:t>
            </a:r>
            <a:r>
              <a:rPr spc="-25" dirty="0">
                <a:solidFill>
                  <a:srgbClr val="343D4D"/>
                </a:solidFill>
              </a:rPr>
              <a:t> </a:t>
            </a:r>
            <a:r>
              <a:rPr spc="114" dirty="0">
                <a:solidFill>
                  <a:srgbClr val="343D4D"/>
                </a:solidFill>
              </a:rPr>
              <a:t>must</a:t>
            </a:r>
            <a:r>
              <a:rPr spc="-155" dirty="0">
                <a:solidFill>
                  <a:srgbClr val="343D4D"/>
                </a:solidFill>
              </a:rPr>
              <a:t> </a:t>
            </a:r>
            <a:r>
              <a:rPr spc="140" dirty="0">
                <a:solidFill>
                  <a:srgbClr val="343D4D"/>
                </a:solidFill>
              </a:rPr>
              <a:t>prioritize </a:t>
            </a:r>
            <a:r>
              <a:rPr sz="3250" b="1" dirty="0">
                <a:solidFill>
                  <a:srgbClr val="033160"/>
                </a:solidFill>
                <a:latin typeface="Arial"/>
                <a:cs typeface="Arial"/>
              </a:rPr>
              <a:t>Actionability</a:t>
            </a:r>
            <a:r>
              <a:rPr sz="3250" b="1" spc="13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pc="135" dirty="0">
                <a:solidFill>
                  <a:srgbClr val="343D4D"/>
                </a:solidFill>
              </a:rPr>
              <a:t>over</a:t>
            </a:r>
            <a:r>
              <a:rPr spc="-10" dirty="0">
                <a:solidFill>
                  <a:srgbClr val="343D4D"/>
                </a:solidFill>
              </a:rPr>
              <a:t> </a:t>
            </a:r>
            <a:r>
              <a:rPr spc="50" dirty="0">
                <a:solidFill>
                  <a:srgbClr val="343D4D"/>
                </a:solidFill>
              </a:rPr>
              <a:t>aesthetics.</a:t>
            </a:r>
            <a:r>
              <a:rPr spc="-70" dirty="0">
                <a:solidFill>
                  <a:srgbClr val="343D4D"/>
                </a:solidFill>
              </a:rPr>
              <a:t> </a:t>
            </a:r>
            <a:r>
              <a:rPr spc="90" dirty="0">
                <a:solidFill>
                  <a:srgbClr val="343D4D"/>
                </a:solidFill>
              </a:rPr>
              <a:t>Using</a:t>
            </a:r>
            <a:r>
              <a:rPr spc="-415" dirty="0">
                <a:solidFill>
                  <a:srgbClr val="343D4D"/>
                </a:solidFill>
              </a:rPr>
              <a:t> </a:t>
            </a:r>
            <a:r>
              <a:rPr spc="85" dirty="0">
                <a:solidFill>
                  <a:srgbClr val="343D4D"/>
                </a:solidFill>
              </a:rPr>
              <a:t>high-</a:t>
            </a:r>
            <a:r>
              <a:rPr spc="105" dirty="0">
                <a:solidFill>
                  <a:srgbClr val="343D4D"/>
                </a:solidFill>
              </a:rPr>
              <a:t>contrast</a:t>
            </a:r>
            <a:r>
              <a:rPr spc="-95" dirty="0">
                <a:solidFill>
                  <a:srgbClr val="343D4D"/>
                </a:solidFill>
              </a:rPr>
              <a:t> </a:t>
            </a:r>
            <a:r>
              <a:rPr spc="135" dirty="0">
                <a:solidFill>
                  <a:srgbClr val="343D4D"/>
                </a:solidFill>
              </a:rPr>
              <a:t>color</a:t>
            </a:r>
            <a:r>
              <a:rPr spc="-120" dirty="0">
                <a:solidFill>
                  <a:srgbClr val="343D4D"/>
                </a:solidFill>
              </a:rPr>
              <a:t> </a:t>
            </a:r>
            <a:r>
              <a:rPr spc="135" dirty="0">
                <a:solidFill>
                  <a:srgbClr val="343D4D"/>
                </a:solidFill>
              </a:rPr>
              <a:t>coding</a:t>
            </a:r>
            <a:r>
              <a:rPr spc="-385" dirty="0">
                <a:solidFill>
                  <a:srgbClr val="343D4D"/>
                </a:solidFill>
              </a:rPr>
              <a:t> </a:t>
            </a:r>
            <a:r>
              <a:rPr spc="100" dirty="0">
                <a:solidFill>
                  <a:srgbClr val="343D4D"/>
                </a:solidFill>
              </a:rPr>
              <a:t>(Red/Amber/Green) </a:t>
            </a:r>
            <a:r>
              <a:rPr spc="95" dirty="0">
                <a:solidFill>
                  <a:srgbClr val="343D4D"/>
                </a:solidFill>
              </a:rPr>
              <a:t>targets</a:t>
            </a:r>
            <a:r>
              <a:rPr spc="-200" dirty="0">
                <a:solidFill>
                  <a:srgbClr val="343D4D"/>
                </a:solidFill>
              </a:rPr>
              <a:t> </a:t>
            </a:r>
            <a:r>
              <a:rPr spc="130" dirty="0">
                <a:solidFill>
                  <a:srgbClr val="343D4D"/>
                </a:solidFill>
              </a:rPr>
              <a:t>operator</a:t>
            </a:r>
            <a:r>
              <a:rPr spc="-20" dirty="0">
                <a:solidFill>
                  <a:srgbClr val="343D4D"/>
                </a:solidFill>
              </a:rPr>
              <a:t> </a:t>
            </a:r>
            <a:r>
              <a:rPr spc="170" dirty="0">
                <a:solidFill>
                  <a:srgbClr val="343D4D"/>
                </a:solidFill>
              </a:rPr>
              <a:t>attention</a:t>
            </a:r>
            <a:r>
              <a:rPr spc="-160" dirty="0">
                <a:solidFill>
                  <a:srgbClr val="343D4D"/>
                </a:solidFill>
              </a:rPr>
              <a:t> </a:t>
            </a:r>
            <a:r>
              <a:rPr spc="170" dirty="0">
                <a:solidFill>
                  <a:srgbClr val="343D4D"/>
                </a:solidFill>
              </a:rPr>
              <a:t>to</a:t>
            </a:r>
            <a:r>
              <a:rPr spc="-80" dirty="0">
                <a:solidFill>
                  <a:srgbClr val="343D4D"/>
                </a:solidFill>
              </a:rPr>
              <a:t> </a:t>
            </a:r>
            <a:r>
              <a:rPr spc="120" dirty="0">
                <a:solidFill>
                  <a:srgbClr val="343D4D"/>
                </a:solidFill>
              </a:rPr>
              <a:t>critical</a:t>
            </a:r>
            <a:r>
              <a:rPr spc="-190" dirty="0">
                <a:solidFill>
                  <a:srgbClr val="343D4D"/>
                </a:solidFill>
              </a:rPr>
              <a:t> </a:t>
            </a:r>
            <a:r>
              <a:rPr spc="70" dirty="0">
                <a:solidFill>
                  <a:srgbClr val="343D4D"/>
                </a:solidFill>
              </a:rPr>
              <a:t>faults.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42831"/>
            <a:ext cx="1903434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8585" y="4299825"/>
            <a:ext cx="707889" cy="236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3390" y="1858581"/>
            <a:ext cx="652831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24875" y="1842831"/>
            <a:ext cx="676427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64226" y="1858581"/>
            <a:ext cx="377540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77730" y="1842831"/>
            <a:ext cx="2218052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56289" y="4851073"/>
            <a:ext cx="4656337" cy="2677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16015" y="1842831"/>
            <a:ext cx="3193366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72306" y="1858581"/>
            <a:ext cx="157308" cy="5669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908270" y="1842831"/>
            <a:ext cx="534849" cy="5827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506038" y="1827085"/>
            <a:ext cx="582042" cy="5984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73276" y="5197572"/>
            <a:ext cx="723619" cy="362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62970" y="5827570"/>
            <a:ext cx="188770" cy="94499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674248" y="6599318"/>
            <a:ext cx="2139398" cy="119699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49608" y="5811821"/>
            <a:ext cx="1400047" cy="81899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77706" y="8410564"/>
            <a:ext cx="353944" cy="14174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33759" y="6772567"/>
            <a:ext cx="0" cy="504190"/>
          </a:xfrm>
          <a:custGeom>
            <a:avLst/>
            <a:gdLst/>
            <a:ahLst/>
            <a:cxnLst/>
            <a:rect l="l" t="t" r="r" b="b"/>
            <a:pathLst>
              <a:path h="504190">
                <a:moveTo>
                  <a:pt x="0" y="50399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32692" y="485107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2519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23" name="object 23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42784" y="4890446"/>
            <a:ext cx="614045" cy="0"/>
          </a:xfrm>
          <a:custGeom>
            <a:avLst/>
            <a:gdLst/>
            <a:ahLst/>
            <a:cxnLst/>
            <a:rect l="l" t="t" r="r" b="b"/>
            <a:pathLst>
              <a:path w="614045">
                <a:moveTo>
                  <a:pt x="0" y="0"/>
                </a:moveTo>
                <a:lnTo>
                  <a:pt x="613503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59629" y="7788439"/>
            <a:ext cx="314960" cy="0"/>
          </a:xfrm>
          <a:custGeom>
            <a:avLst/>
            <a:gdLst/>
            <a:ahLst/>
            <a:cxnLst/>
            <a:rect l="l" t="t" r="r" b="b"/>
            <a:pathLst>
              <a:path w="314960">
                <a:moveTo>
                  <a:pt x="0" y="0"/>
                </a:moveTo>
                <a:lnTo>
                  <a:pt x="314617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</a:pPr>
            <a:r>
              <a:rPr sz="1800" b="1" spc="105" dirty="0">
                <a:solidFill>
                  <a:srgbClr val="979997"/>
                </a:solidFill>
                <a:latin typeface="Arial"/>
                <a:cs typeface="Arial"/>
              </a:rPr>
              <a:t>600</a:t>
            </a:r>
            <a:r>
              <a:rPr sz="1800" b="1" spc="-70" dirty="0">
                <a:solidFill>
                  <a:srgbClr val="979997"/>
                </a:solidFill>
                <a:latin typeface="Arial"/>
                <a:cs typeface="Arial"/>
              </a:rPr>
              <a:t> </a:t>
            </a:r>
            <a:r>
              <a:rPr sz="1150" b="1" spc="80" dirty="0">
                <a:solidFill>
                  <a:srgbClr val="95AEA1"/>
                </a:solidFill>
                <a:latin typeface="Times New Roman"/>
                <a:cs typeface="Times New Roman"/>
              </a:rPr>
              <a:t>X</a:t>
            </a:r>
            <a:r>
              <a:rPr sz="1150" b="1" spc="265" dirty="0">
                <a:solidFill>
                  <a:srgbClr val="95AEA1"/>
                </a:solidFill>
                <a:latin typeface="Times New Roman"/>
                <a:cs typeface="Times New Roman"/>
              </a:rPr>
              <a:t> </a:t>
            </a:r>
            <a:r>
              <a:rPr sz="1800" b="1" spc="60" dirty="0">
                <a:solidFill>
                  <a:srgbClr val="979997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79997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79997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5AEA1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41364" y="4968311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50" dirty="0">
                <a:solidFill>
                  <a:srgbClr val="6089D4"/>
                </a:solidFill>
                <a:uFill>
                  <a:solidFill>
                    <a:srgbClr val="6089D4"/>
                  </a:solidFill>
                </a:uFill>
                <a:latin typeface="Arial"/>
                <a:cs typeface="Arial"/>
              </a:rPr>
              <a:t>1</a:t>
            </a:r>
            <a:r>
              <a:rPr sz="900" u="none" spc="-150" dirty="0">
                <a:solidFill>
                  <a:srgbClr val="6089D4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15"/>
              </a:spcBef>
            </a:pPr>
            <a:r>
              <a:rPr spc="-590" dirty="0">
                <a:solidFill>
                  <a:srgbClr val="033160"/>
                </a:solidFill>
                <a:latin typeface="Times New Roman"/>
                <a:cs typeface="Times New Roman"/>
              </a:rPr>
              <a:t>-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752401" y="5086435"/>
            <a:ext cx="49847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85" dirty="0">
                <a:solidFill>
                  <a:srgbClr val="B3B8B5"/>
                </a:solidFill>
                <a:latin typeface="Arial"/>
                <a:cs typeface="Arial"/>
              </a:rPr>
              <a:t>2500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52401" y="5614059"/>
            <a:ext cx="49847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85" dirty="0">
                <a:solidFill>
                  <a:srgbClr val="B3B8B5"/>
                </a:solidFill>
                <a:latin typeface="Arial"/>
                <a:cs typeface="Arial"/>
              </a:rPr>
              <a:t>2000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48111" y="6121995"/>
            <a:ext cx="48577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-310" dirty="0">
                <a:solidFill>
                  <a:srgbClr val="B3B8B5"/>
                </a:solidFill>
                <a:latin typeface="Arial"/>
                <a:cs typeface="Arial"/>
              </a:rPr>
              <a:t>1.SOO</a:t>
            </a:r>
            <a:endParaRPr sz="1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49664" y="6669306"/>
            <a:ext cx="50990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80" dirty="0">
                <a:solidFill>
                  <a:srgbClr val="B3B8B5"/>
                </a:solidFill>
                <a:latin typeface="Arial"/>
                <a:cs typeface="Arial"/>
              </a:rPr>
              <a:t>1000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98332" y="7204804"/>
            <a:ext cx="35242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25" dirty="0">
                <a:solidFill>
                  <a:srgbClr val="B3B8B5"/>
                </a:solidFill>
                <a:latin typeface="Arial"/>
                <a:cs typeface="Arial"/>
              </a:rPr>
              <a:t>500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96092" y="5184872"/>
            <a:ext cx="17716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dirty="0">
                <a:solidFill>
                  <a:srgbClr val="95AEA1"/>
                </a:solidFill>
                <a:latin typeface="Arial"/>
                <a:cs typeface="Arial"/>
              </a:rPr>
              <a:t>•</a:t>
            </a:r>
            <a:r>
              <a:rPr sz="1250" spc="5" dirty="0">
                <a:solidFill>
                  <a:srgbClr val="95AEA1"/>
                </a:solidFill>
                <a:latin typeface="Arial"/>
                <a:cs typeface="Arial"/>
              </a:rPr>
              <a:t> </a:t>
            </a:r>
            <a:r>
              <a:rPr sz="1450" spc="-60" dirty="0">
                <a:solidFill>
                  <a:srgbClr val="95AEA1"/>
                </a:solidFill>
                <a:latin typeface="Arial"/>
                <a:cs typeface="Arial"/>
              </a:rPr>
              <a:t>•</a:t>
            </a:r>
            <a:endParaRPr sz="14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75693" y="4722038"/>
            <a:ext cx="838835" cy="73914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140"/>
              </a:spcBef>
              <a:tabLst>
                <a:tab pos="401320" algn="l"/>
              </a:tabLst>
            </a:pPr>
            <a:r>
              <a:rPr sz="1650" spc="-25" dirty="0">
                <a:solidFill>
                  <a:srgbClr val="B5666B"/>
                </a:solidFill>
                <a:latin typeface="Arial"/>
                <a:cs typeface="Arial"/>
              </a:rPr>
              <a:t>,,</a:t>
            </a:r>
            <a:r>
              <a:rPr sz="1650" dirty="0">
                <a:solidFill>
                  <a:srgbClr val="B5666B"/>
                </a:solidFill>
                <a:latin typeface="Arial"/>
                <a:cs typeface="Arial"/>
              </a:rPr>
              <a:t>	</a:t>
            </a:r>
            <a:r>
              <a:rPr sz="3100" spc="-190" dirty="0">
                <a:solidFill>
                  <a:srgbClr val="95AEA1"/>
                </a:solidFill>
                <a:latin typeface="Arial"/>
                <a:cs typeface="Arial"/>
              </a:rPr>
              <a:t>.....</a:t>
            </a:r>
            <a:endParaRPr sz="3100">
              <a:latin typeface="Arial"/>
              <a:cs typeface="Arial"/>
            </a:endParaRPr>
          </a:p>
          <a:p>
            <a:pPr marL="122555" indent="-109855">
              <a:lnSpc>
                <a:spcPct val="100000"/>
              </a:lnSpc>
              <a:spcBef>
                <a:spcPts val="195"/>
              </a:spcBef>
              <a:buClr>
                <a:srgbClr val="95AEA1"/>
              </a:buClr>
              <a:buChar char="•"/>
              <a:tabLst>
                <a:tab pos="122555" algn="l"/>
              </a:tabLst>
            </a:pPr>
            <a:r>
              <a:rPr sz="550" spc="-50" dirty="0">
                <a:solidFill>
                  <a:srgbClr val="9ABFAF"/>
                </a:solidFill>
                <a:latin typeface="Arial"/>
                <a:cs typeface="Arial"/>
              </a:rPr>
              <a:t>&amp;</a:t>
            </a:r>
            <a:endParaRPr sz="5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14912" y="5456559"/>
            <a:ext cx="13081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0170" indent="-77470">
              <a:lnSpc>
                <a:spcPct val="100000"/>
              </a:lnSpc>
              <a:spcBef>
                <a:spcPts val="140"/>
              </a:spcBef>
              <a:buClr>
                <a:srgbClr val="95AEA1"/>
              </a:buClr>
              <a:buChar char="•"/>
              <a:tabLst>
                <a:tab pos="90170" algn="l"/>
              </a:tabLst>
            </a:pPr>
            <a:r>
              <a:rPr sz="550" spc="-50" dirty="0">
                <a:solidFill>
                  <a:srgbClr val="9ABFAF"/>
                </a:solidFill>
                <a:latin typeface="Times New Roman"/>
                <a:cs typeface="Times New Roman"/>
              </a:rPr>
              <a:t>I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81395" y="5196685"/>
            <a:ext cx="66294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24815" algn="l"/>
              </a:tabLst>
            </a:pPr>
            <a:r>
              <a:rPr sz="3000" spc="-365" dirty="0">
                <a:solidFill>
                  <a:srgbClr val="B5666B"/>
                </a:solidFill>
                <a:latin typeface="Arial"/>
                <a:cs typeface="Arial"/>
              </a:rPr>
              <a:t>,,.</a:t>
            </a:r>
            <a:r>
              <a:rPr sz="3000" dirty="0">
                <a:solidFill>
                  <a:srgbClr val="B5666B"/>
                </a:solidFill>
                <a:latin typeface="Arial"/>
                <a:cs typeface="Arial"/>
              </a:rPr>
              <a:t>	</a:t>
            </a:r>
            <a:r>
              <a:rPr sz="3100" spc="-25" dirty="0">
                <a:solidFill>
                  <a:srgbClr val="B3B8B5"/>
                </a:solidFill>
                <a:latin typeface="Arial"/>
                <a:cs typeface="Arial"/>
              </a:rPr>
              <a:t>.</a:t>
            </a:r>
            <a:r>
              <a:rPr sz="3100" spc="-25" dirty="0">
                <a:solidFill>
                  <a:srgbClr val="95AEA1"/>
                </a:solidFill>
                <a:latin typeface="Arial"/>
                <a:cs typeface="Arial"/>
              </a:rPr>
              <a:t>.</a:t>
            </a:r>
            <a:endParaRPr sz="3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916263" y="5161247"/>
            <a:ext cx="68897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100" dirty="0">
                <a:solidFill>
                  <a:srgbClr val="B5666B"/>
                </a:solidFill>
                <a:latin typeface="Arial"/>
                <a:cs typeface="Arial"/>
              </a:rPr>
              <a:t>-</a:t>
            </a:r>
            <a:r>
              <a:rPr sz="4100" spc="365" dirty="0">
                <a:solidFill>
                  <a:srgbClr val="B5666B"/>
                </a:solidFill>
                <a:latin typeface="Arial"/>
                <a:cs typeface="Arial"/>
              </a:rPr>
              <a:t> </a:t>
            </a:r>
            <a:r>
              <a:rPr sz="4450" spc="-50" dirty="0">
                <a:solidFill>
                  <a:srgbClr val="B3B8B5"/>
                </a:solidFill>
                <a:latin typeface="Arial"/>
                <a:cs typeface="Arial"/>
              </a:rPr>
              <a:t>.</a:t>
            </a:r>
            <a:r>
              <a:rPr sz="4450" spc="-819" dirty="0">
                <a:solidFill>
                  <a:srgbClr val="95AEA1"/>
                </a:solidFill>
                <a:latin typeface="Arial"/>
                <a:cs typeface="Arial"/>
              </a:rPr>
              <a:t>.</a:t>
            </a:r>
            <a:endParaRPr sz="44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82077" y="5373871"/>
            <a:ext cx="46672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50" dirty="0">
                <a:solidFill>
                  <a:srgbClr val="B5666B"/>
                </a:solidFill>
                <a:latin typeface="Times New Roman"/>
                <a:cs typeface="Times New Roman"/>
              </a:rPr>
              <a:t>...</a:t>
            </a:r>
            <a:r>
              <a:rPr sz="2950" spc="-150" dirty="0">
                <a:solidFill>
                  <a:srgbClr val="95AEA1"/>
                </a:solidFill>
                <a:latin typeface="Times New Roman"/>
                <a:cs typeface="Times New Roman"/>
              </a:rPr>
              <a:t>...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66096" y="5432934"/>
            <a:ext cx="50990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spc="-75" dirty="0">
                <a:solidFill>
                  <a:srgbClr val="B5666B"/>
                </a:solidFill>
                <a:latin typeface="Arial"/>
                <a:cs typeface="Arial"/>
              </a:rPr>
              <a:t>.,</a:t>
            </a:r>
            <a:r>
              <a:rPr sz="2600" spc="-100" dirty="0">
                <a:solidFill>
                  <a:srgbClr val="B5666B"/>
                </a:solidFill>
                <a:latin typeface="Arial"/>
                <a:cs typeface="Arial"/>
              </a:rPr>
              <a:t> </a:t>
            </a:r>
            <a:r>
              <a:rPr sz="3100" spc="40" dirty="0">
                <a:solidFill>
                  <a:srgbClr val="95AEA1"/>
                </a:solidFill>
                <a:latin typeface="Arial"/>
                <a:cs typeface="Arial"/>
              </a:rPr>
              <a:t>.</a:t>
            </a:r>
            <a:r>
              <a:rPr sz="3100" spc="40" dirty="0">
                <a:solidFill>
                  <a:srgbClr val="B3B8B5"/>
                </a:solidFill>
                <a:latin typeface="Arial"/>
                <a:cs typeface="Arial"/>
              </a:rPr>
              <a:t>.</a:t>
            </a:r>
            <a:endParaRPr sz="3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86138" y="5846371"/>
            <a:ext cx="38354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7015" algn="l"/>
              </a:tabLst>
            </a:pPr>
            <a:r>
              <a:rPr sz="550" spc="-25" dirty="0">
                <a:solidFill>
                  <a:srgbClr val="C37985"/>
                </a:solidFill>
                <a:latin typeface="Arial"/>
                <a:cs typeface="Arial"/>
              </a:rPr>
              <a:t>,,.</a:t>
            </a:r>
            <a:r>
              <a:rPr sz="550" dirty="0">
                <a:solidFill>
                  <a:srgbClr val="C37985"/>
                </a:solidFill>
                <a:latin typeface="Arial"/>
                <a:cs typeface="Arial"/>
              </a:rPr>
              <a:t>	</a:t>
            </a:r>
            <a:r>
              <a:rPr sz="550" dirty="0">
                <a:solidFill>
                  <a:srgbClr val="B3B8B5"/>
                </a:solidFill>
                <a:latin typeface="Arial"/>
                <a:cs typeface="Arial"/>
              </a:rPr>
              <a:t>I</a:t>
            </a:r>
            <a:r>
              <a:rPr sz="550" spc="490" dirty="0">
                <a:solidFill>
                  <a:srgbClr val="B3B8B5"/>
                </a:solidFill>
                <a:latin typeface="Arial"/>
                <a:cs typeface="Arial"/>
              </a:rPr>
              <a:t> </a:t>
            </a:r>
            <a:r>
              <a:rPr sz="550" spc="-50" dirty="0">
                <a:solidFill>
                  <a:srgbClr val="9ABFAF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22330" y="5877871"/>
            <a:ext cx="41529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25" baseline="-25925" dirty="0">
                <a:solidFill>
                  <a:srgbClr val="B3B8B5"/>
                </a:solidFill>
                <a:latin typeface="Courier New"/>
                <a:cs typeface="Courier New"/>
              </a:rPr>
              <a:t>I</a:t>
            </a:r>
            <a:r>
              <a:rPr sz="1125" spc="-75" baseline="-25925" dirty="0">
                <a:solidFill>
                  <a:srgbClr val="B3B8B5"/>
                </a:solidFill>
                <a:latin typeface="Courier New"/>
                <a:cs typeface="Courier New"/>
              </a:rPr>
              <a:t> </a:t>
            </a:r>
            <a:r>
              <a:rPr sz="975" b="1" baseline="-29914" dirty="0">
                <a:solidFill>
                  <a:srgbClr val="95AEA1"/>
                </a:solidFill>
                <a:latin typeface="Courier New"/>
                <a:cs typeface="Courier New"/>
              </a:rPr>
              <a:t>f</a:t>
            </a:r>
            <a:r>
              <a:rPr sz="975" b="1" spc="-127" baseline="-29914" dirty="0">
                <a:solidFill>
                  <a:srgbClr val="95AEA1"/>
                </a:solidFill>
                <a:latin typeface="Courier New"/>
                <a:cs typeface="Courier New"/>
              </a:rPr>
              <a:t> </a:t>
            </a:r>
            <a:r>
              <a:rPr sz="1450" spc="-25" dirty="0">
                <a:solidFill>
                  <a:srgbClr val="95AEA1"/>
                </a:solidFill>
                <a:latin typeface="Arial"/>
                <a:cs typeface="Arial"/>
              </a:rPr>
              <a:t>••</a:t>
            </a:r>
            <a:endParaRPr sz="14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40855" y="6035370"/>
            <a:ext cx="6280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75" spc="187" baseline="-49808" dirty="0">
                <a:solidFill>
                  <a:srgbClr val="95AEA1"/>
                </a:solidFill>
                <a:latin typeface="Arial"/>
                <a:cs typeface="Arial"/>
              </a:rPr>
              <a:t>•</a:t>
            </a:r>
            <a:r>
              <a:rPr sz="2400" spc="187" baseline="-45138" dirty="0">
                <a:solidFill>
                  <a:srgbClr val="95AEA1"/>
                </a:solidFill>
                <a:latin typeface="Times New Roman"/>
                <a:cs typeface="Times New Roman"/>
              </a:rPr>
              <a:t>•</a:t>
            </a:r>
            <a:r>
              <a:rPr sz="2400" spc="-292" baseline="-45138" dirty="0">
                <a:solidFill>
                  <a:srgbClr val="95AEA1"/>
                </a:solidFill>
                <a:latin typeface="Times New Roman"/>
                <a:cs typeface="Times New Roman"/>
              </a:rPr>
              <a:t> </a:t>
            </a:r>
            <a:r>
              <a:rPr sz="2175" spc="187" baseline="-22988" dirty="0">
                <a:solidFill>
                  <a:srgbClr val="95AEA1"/>
                </a:solidFill>
                <a:latin typeface="Arial"/>
                <a:cs typeface="Arial"/>
              </a:rPr>
              <a:t>••</a:t>
            </a:r>
            <a:r>
              <a:rPr sz="2175" spc="-209" baseline="-22988" dirty="0">
                <a:solidFill>
                  <a:srgbClr val="95AEA1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95AEA1"/>
                </a:solidFill>
                <a:latin typeface="Arial"/>
                <a:cs typeface="Arial"/>
              </a:rPr>
              <a:t>•</a:t>
            </a:r>
            <a:r>
              <a:rPr sz="1400" spc="90" dirty="0">
                <a:solidFill>
                  <a:srgbClr val="B3B8B5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58813" y="6303119"/>
            <a:ext cx="63627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75" baseline="-49808" dirty="0">
                <a:solidFill>
                  <a:srgbClr val="95AEA1"/>
                </a:solidFill>
                <a:latin typeface="Arial"/>
                <a:cs typeface="Arial"/>
              </a:rPr>
              <a:t>•</a:t>
            </a:r>
            <a:r>
              <a:rPr sz="2175" spc="-247" baseline="-49808" dirty="0">
                <a:solidFill>
                  <a:srgbClr val="95AEA1"/>
                </a:solidFill>
                <a:latin typeface="Arial"/>
                <a:cs typeface="Arial"/>
              </a:rPr>
              <a:t> </a:t>
            </a:r>
            <a:r>
              <a:rPr sz="1875" baseline="-57777" dirty="0">
                <a:solidFill>
                  <a:srgbClr val="95AEA1"/>
                </a:solidFill>
                <a:latin typeface="Arial"/>
                <a:cs typeface="Arial"/>
              </a:rPr>
              <a:t>•</a:t>
            </a:r>
            <a:r>
              <a:rPr sz="1875" spc="7" baseline="-57777" dirty="0">
                <a:solidFill>
                  <a:srgbClr val="95AEA1"/>
                </a:solidFill>
                <a:latin typeface="Arial"/>
                <a:cs typeface="Arial"/>
              </a:rPr>
              <a:t> </a:t>
            </a:r>
            <a:r>
              <a:rPr sz="2025" spc="300" baseline="-28806" dirty="0">
                <a:solidFill>
                  <a:srgbClr val="95AEA1"/>
                </a:solidFill>
                <a:latin typeface="Times New Roman"/>
                <a:cs typeface="Times New Roman"/>
              </a:rPr>
              <a:t>•</a:t>
            </a:r>
            <a:r>
              <a:rPr sz="2175" spc="300" baseline="-26819" dirty="0">
                <a:solidFill>
                  <a:srgbClr val="B3B8B5"/>
                </a:solidFill>
                <a:latin typeface="Arial"/>
                <a:cs typeface="Arial"/>
              </a:rPr>
              <a:t>•</a:t>
            </a:r>
            <a:r>
              <a:rPr sz="1400" spc="200" dirty="0">
                <a:solidFill>
                  <a:srgbClr val="B3B8B5"/>
                </a:solidFill>
                <a:latin typeface="Arial"/>
                <a:cs typeface="Arial"/>
              </a:rPr>
              <a:t>•</a:t>
            </a:r>
            <a:r>
              <a:rPr sz="1400" spc="200" dirty="0">
                <a:solidFill>
                  <a:srgbClr val="95AEA1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92356" y="6417306"/>
            <a:ext cx="42481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85" dirty="0">
                <a:solidFill>
                  <a:srgbClr val="95AEA1"/>
                </a:solidFill>
                <a:latin typeface="Arial"/>
                <a:cs typeface="Arial"/>
              </a:rPr>
              <a:t>.</a:t>
            </a:r>
            <a:r>
              <a:rPr sz="750" spc="-85" dirty="0">
                <a:solidFill>
                  <a:srgbClr val="B3B8B5"/>
                </a:solidFill>
                <a:latin typeface="Arial"/>
                <a:cs typeface="Arial"/>
              </a:rPr>
              <a:t>-</a:t>
            </a:r>
            <a:r>
              <a:rPr sz="4275" spc="-1019" baseline="-3898" dirty="0">
                <a:solidFill>
                  <a:srgbClr val="B5666B"/>
                </a:solidFill>
                <a:latin typeface="Arial"/>
                <a:cs typeface="Arial"/>
              </a:rPr>
              <a:t>"</a:t>
            </a:r>
            <a:r>
              <a:rPr sz="750" spc="-40" dirty="0">
                <a:solidFill>
                  <a:srgbClr val="B3B8B5"/>
                </a:solidFill>
                <a:latin typeface="Arial"/>
                <a:cs typeface="Arial"/>
              </a:rPr>
              <a:t>,</a:t>
            </a:r>
            <a:r>
              <a:rPr sz="750" spc="-65" dirty="0">
                <a:solidFill>
                  <a:srgbClr val="B3B8B5"/>
                </a:solidFill>
                <a:latin typeface="Arial"/>
                <a:cs typeface="Arial"/>
              </a:rPr>
              <a:t>.</a:t>
            </a:r>
            <a:r>
              <a:rPr sz="4275" spc="-52" baseline="-3898" dirty="0">
                <a:solidFill>
                  <a:srgbClr val="B5666B"/>
                </a:solidFill>
                <a:latin typeface="Arial"/>
                <a:cs typeface="Arial"/>
              </a:rPr>
              <a:t>'</a:t>
            </a:r>
            <a:r>
              <a:rPr sz="4275" spc="-52" baseline="-3898" dirty="0">
                <a:solidFill>
                  <a:srgbClr val="B3B8B5"/>
                </a:solidFill>
                <a:latin typeface="Arial"/>
                <a:cs typeface="Arial"/>
              </a:rPr>
              <a:t>·</a:t>
            </a:r>
            <a:r>
              <a:rPr sz="4275" spc="-52" baseline="-3898" dirty="0">
                <a:solidFill>
                  <a:srgbClr val="9ABFAF"/>
                </a:solidFill>
                <a:latin typeface="Arial"/>
                <a:cs typeface="Arial"/>
              </a:rPr>
              <a:t>.</a:t>
            </a:r>
            <a:endParaRPr sz="4275" baseline="-3898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02171" y="6759868"/>
            <a:ext cx="1174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60" dirty="0">
                <a:solidFill>
                  <a:srgbClr val="B3B8B5"/>
                </a:solidFill>
                <a:latin typeface="Arial"/>
                <a:cs typeface="Arial"/>
              </a:rPr>
              <a:t>•</a:t>
            </a:r>
            <a:endParaRPr sz="14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05534" y="6838618"/>
            <a:ext cx="9144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50" dirty="0">
                <a:solidFill>
                  <a:srgbClr val="95AEA1"/>
                </a:solidFill>
                <a:latin typeface="Arial"/>
                <a:cs typeface="Arial"/>
              </a:rPr>
              <a:t>•</a:t>
            </a:r>
            <a:endParaRPr sz="14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432015" y="3771314"/>
            <a:ext cx="4085590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b="1" spc="70" dirty="0">
                <a:solidFill>
                  <a:srgbClr val="AA2A2D"/>
                </a:solidFill>
                <a:latin typeface="Arial"/>
                <a:cs typeface="Arial"/>
              </a:rPr>
              <a:t>Beyond</a:t>
            </a:r>
            <a:r>
              <a:rPr sz="4300" b="1" spc="-19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00" b="1" spc="45" dirty="0">
                <a:solidFill>
                  <a:srgbClr val="AA2A2D"/>
                </a:solidFill>
                <a:latin typeface="Arial"/>
                <a:cs typeface="Arial"/>
              </a:rPr>
              <a:t>Polling</a:t>
            </a:r>
            <a:endParaRPr sz="4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444784" y="4815537"/>
            <a:ext cx="8746490" cy="2482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0">
              <a:lnSpc>
                <a:spcPct val="130000"/>
              </a:lnSpc>
              <a:spcBef>
                <a:spcPts val="95"/>
              </a:spcBef>
            </a:pPr>
            <a:r>
              <a:rPr sz="3100" spc="114" dirty="0">
                <a:solidFill>
                  <a:srgbClr val="333D4D"/>
                </a:solidFill>
                <a:latin typeface="Arial"/>
                <a:cs typeface="Arial"/>
              </a:rPr>
              <a:t>Dashboards</a:t>
            </a:r>
            <a:r>
              <a:rPr sz="3100" spc="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55" dirty="0">
                <a:solidFill>
                  <a:srgbClr val="333D4D"/>
                </a:solidFill>
                <a:latin typeface="Arial"/>
                <a:cs typeface="Arial"/>
              </a:rPr>
              <a:t>shouldn't</a:t>
            </a:r>
            <a:r>
              <a:rPr sz="3100" spc="16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75" dirty="0">
                <a:solidFill>
                  <a:srgbClr val="333D4D"/>
                </a:solidFill>
                <a:latin typeface="Arial"/>
                <a:cs typeface="Arial"/>
              </a:rPr>
              <a:t>''refresh."</a:t>
            </a:r>
            <a:r>
              <a:rPr sz="3100" spc="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b="1" spc="-10" dirty="0">
                <a:solidFill>
                  <a:srgbClr val="033160"/>
                </a:solidFill>
                <a:latin typeface="Arial"/>
                <a:cs typeface="Arial"/>
              </a:rPr>
              <a:t>WebSockets </a:t>
            </a:r>
            <a:r>
              <a:rPr sz="3100" spc="110" dirty="0">
                <a:solidFill>
                  <a:srgbClr val="333D4D"/>
                </a:solidFill>
                <a:latin typeface="Arial"/>
                <a:cs typeface="Arial"/>
              </a:rPr>
              <a:t>push</a:t>
            </a:r>
            <a:r>
              <a:rPr sz="3100" spc="-20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30" dirty="0">
                <a:solidFill>
                  <a:srgbClr val="333D4D"/>
                </a:solidFill>
                <a:latin typeface="Arial"/>
                <a:cs typeface="Arial"/>
              </a:rPr>
              <a:t>data</a:t>
            </a:r>
            <a:r>
              <a:rPr sz="3100" spc="-16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260" dirty="0">
                <a:solidFill>
                  <a:srgbClr val="333D4D"/>
                </a:solidFill>
                <a:latin typeface="Arial"/>
                <a:cs typeface="Arial"/>
              </a:rPr>
              <a:t>from</a:t>
            </a:r>
            <a:r>
              <a:rPr sz="3100" spc="-20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240" dirty="0">
                <a:solidFill>
                  <a:srgbClr val="333D4D"/>
                </a:solidFill>
                <a:latin typeface="Arial"/>
                <a:cs typeface="Arial"/>
              </a:rPr>
              <a:t>the</a:t>
            </a:r>
            <a:r>
              <a:rPr sz="3100" spc="-3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70" dirty="0">
                <a:solidFill>
                  <a:srgbClr val="333D4D"/>
                </a:solidFill>
                <a:latin typeface="Arial"/>
                <a:cs typeface="Arial"/>
              </a:rPr>
              <a:t>cloud</a:t>
            </a:r>
            <a:r>
              <a:rPr sz="3100" spc="-10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65" dirty="0">
                <a:solidFill>
                  <a:srgbClr val="333D4D"/>
                </a:solidFill>
                <a:latin typeface="Arial"/>
                <a:cs typeface="Arial"/>
              </a:rPr>
              <a:t>the</a:t>
            </a:r>
            <a:r>
              <a:rPr sz="3100" spc="-5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65" dirty="0">
                <a:solidFill>
                  <a:srgbClr val="333D4D"/>
                </a:solidFill>
                <a:latin typeface="Arial"/>
                <a:cs typeface="Arial"/>
              </a:rPr>
              <a:t>instant</a:t>
            </a:r>
            <a:r>
              <a:rPr sz="3100" spc="-10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05" dirty="0">
                <a:solidFill>
                  <a:srgbClr val="333D4D"/>
                </a:solidFill>
                <a:latin typeface="Arial"/>
                <a:cs typeface="Arial"/>
              </a:rPr>
              <a:t>it</a:t>
            </a:r>
            <a:r>
              <a:rPr sz="3100" spc="14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95" dirty="0">
                <a:solidFill>
                  <a:srgbClr val="333D4D"/>
                </a:solidFill>
                <a:latin typeface="Arial"/>
                <a:cs typeface="Arial"/>
              </a:rPr>
              <a:t>arrives, </a:t>
            </a:r>
            <a:r>
              <a:rPr sz="3100" spc="190" dirty="0">
                <a:solidFill>
                  <a:srgbClr val="333D4D"/>
                </a:solidFill>
                <a:latin typeface="Arial"/>
                <a:cs typeface="Arial"/>
              </a:rPr>
              <a:t>providing</a:t>
            </a:r>
            <a:r>
              <a:rPr sz="3100" spc="-30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-60" dirty="0">
                <a:solidFill>
                  <a:srgbClr val="333D4D"/>
                </a:solidFill>
                <a:latin typeface="Arial"/>
                <a:cs typeface="Arial"/>
              </a:rPr>
              <a:t>a</a:t>
            </a:r>
            <a:r>
              <a:rPr sz="3100" spc="-229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20" dirty="0">
                <a:solidFill>
                  <a:srgbClr val="333D4D"/>
                </a:solidFill>
                <a:latin typeface="Arial"/>
                <a:cs typeface="Arial"/>
              </a:rPr>
              <a:t>sub-</a:t>
            </a:r>
            <a:r>
              <a:rPr sz="3100" spc="145" dirty="0">
                <a:solidFill>
                  <a:srgbClr val="333D4D"/>
                </a:solidFill>
                <a:latin typeface="Arial"/>
                <a:cs typeface="Arial"/>
              </a:rPr>
              <a:t>200ms</a:t>
            </a:r>
            <a:r>
              <a:rPr sz="3100" spc="17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55" dirty="0">
                <a:solidFill>
                  <a:srgbClr val="333D4D"/>
                </a:solidFill>
                <a:latin typeface="Arial"/>
                <a:cs typeface="Arial"/>
              </a:rPr>
              <a:t>''Live''</a:t>
            </a:r>
            <a:r>
              <a:rPr sz="3100" spc="-4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00" dirty="0">
                <a:solidFill>
                  <a:srgbClr val="333D4D"/>
                </a:solidFill>
                <a:latin typeface="Arial"/>
                <a:cs typeface="Arial"/>
              </a:rPr>
              <a:t>experience</a:t>
            </a:r>
            <a:r>
              <a:rPr sz="3100" spc="9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55" dirty="0">
                <a:solidFill>
                  <a:srgbClr val="333D4D"/>
                </a:solidFill>
                <a:latin typeface="Arial"/>
                <a:cs typeface="Arial"/>
              </a:rPr>
              <a:t>for </a:t>
            </a:r>
            <a:r>
              <a:rPr sz="3100" spc="185" dirty="0">
                <a:solidFill>
                  <a:srgbClr val="333D4D"/>
                </a:solidFill>
                <a:latin typeface="Arial"/>
                <a:cs typeface="Arial"/>
              </a:rPr>
              <a:t>field</a:t>
            </a:r>
            <a:r>
              <a:rPr sz="3100" spc="-20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35" dirty="0">
                <a:solidFill>
                  <a:srgbClr val="333D4D"/>
                </a:solidFill>
                <a:latin typeface="Arial"/>
                <a:cs typeface="Arial"/>
              </a:rPr>
              <a:t>operators.</a:t>
            </a:r>
            <a:endParaRPr sz="31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094843" y="7720615"/>
            <a:ext cx="14732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spc="35" dirty="0">
                <a:solidFill>
                  <a:srgbClr val="B3B8B5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15688" y="7988365"/>
            <a:ext cx="14351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45" dirty="0">
                <a:solidFill>
                  <a:srgbClr val="B3B8B5"/>
                </a:solidFill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039945" y="7988365"/>
            <a:ext cx="124523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52475" algn="l"/>
              </a:tabLst>
            </a:pPr>
            <a:r>
              <a:rPr sz="1650" b="1" spc="-25" dirty="0">
                <a:solidFill>
                  <a:srgbClr val="B3B8B5"/>
                </a:solidFill>
                <a:latin typeface="Times New Roman"/>
                <a:cs typeface="Times New Roman"/>
              </a:rPr>
              <a:t>500</a:t>
            </a:r>
            <a:r>
              <a:rPr sz="1650" b="1" dirty="0">
                <a:solidFill>
                  <a:srgbClr val="B3B8B5"/>
                </a:solidFill>
                <a:latin typeface="Times New Roman"/>
                <a:cs typeface="Times New Roman"/>
              </a:rPr>
              <a:t>	1</a:t>
            </a:r>
            <a:r>
              <a:rPr sz="1650" b="1" spc="-85" dirty="0">
                <a:solidFill>
                  <a:srgbClr val="B3B8B5"/>
                </a:solidFill>
                <a:latin typeface="Times New Roman"/>
                <a:cs typeface="Times New Roman"/>
              </a:rPr>
              <a:t> </a:t>
            </a:r>
            <a:r>
              <a:rPr sz="1650" b="1" u="sng" spc="-25" dirty="0">
                <a:solidFill>
                  <a:srgbClr val="B3B8B5"/>
                </a:solidFill>
                <a:uFill>
                  <a:solidFill>
                    <a:srgbClr val="B3B8B5"/>
                  </a:solidFill>
                </a:uFill>
                <a:latin typeface="Times New Roman"/>
                <a:cs typeface="Times New Roman"/>
              </a:rPr>
              <a:t>000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46745" y="7885918"/>
            <a:ext cx="3620770" cy="67437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  <a:tabLst>
                <a:tab pos="690880" algn="l"/>
                <a:tab pos="1500505" algn="l"/>
                <a:tab pos="2328545" algn="l"/>
                <a:tab pos="3138805" algn="l"/>
              </a:tabLst>
            </a:pPr>
            <a:r>
              <a:rPr sz="1650" b="1" spc="-25" dirty="0">
                <a:solidFill>
                  <a:srgbClr val="B3B8B5"/>
                </a:solidFill>
                <a:latin typeface="Times New Roman"/>
                <a:cs typeface="Times New Roman"/>
              </a:rPr>
              <a:t>500</a:t>
            </a:r>
            <a:r>
              <a:rPr sz="1650" b="1" dirty="0">
                <a:solidFill>
                  <a:srgbClr val="B3B8B5"/>
                </a:solidFill>
                <a:latin typeface="Times New Roman"/>
                <a:cs typeface="Times New Roman"/>
              </a:rPr>
              <a:t>	2</a:t>
            </a:r>
            <a:r>
              <a:rPr sz="1650" b="1" spc="-155" dirty="0">
                <a:solidFill>
                  <a:srgbClr val="B3B8B5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3B8B5"/>
                </a:solidFill>
                <a:latin typeface="Times New Roman"/>
                <a:cs typeface="Times New Roman"/>
              </a:rPr>
              <a:t>000</a:t>
            </a:r>
            <a:r>
              <a:rPr sz="1650" b="1" dirty="0">
                <a:solidFill>
                  <a:srgbClr val="B3B8B5"/>
                </a:solidFill>
                <a:latin typeface="Times New Roman"/>
                <a:cs typeface="Times New Roman"/>
              </a:rPr>
              <a:t>	2</a:t>
            </a:r>
            <a:r>
              <a:rPr sz="1650" b="1" spc="-20" dirty="0">
                <a:solidFill>
                  <a:srgbClr val="B3B8B5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3B8B5"/>
                </a:solidFill>
                <a:latin typeface="Times New Roman"/>
                <a:cs typeface="Times New Roman"/>
              </a:rPr>
              <a:t>500</a:t>
            </a:r>
            <a:r>
              <a:rPr sz="1650" b="1" dirty="0">
                <a:solidFill>
                  <a:srgbClr val="B3B8B5"/>
                </a:solidFill>
                <a:latin typeface="Times New Roman"/>
                <a:cs typeface="Times New Roman"/>
              </a:rPr>
              <a:t>	</a:t>
            </a:r>
            <a:r>
              <a:rPr sz="1650" b="1" spc="75" dirty="0">
                <a:solidFill>
                  <a:srgbClr val="B3B8B5"/>
                </a:solidFill>
                <a:latin typeface="Times New Roman"/>
                <a:cs typeface="Times New Roman"/>
              </a:rPr>
              <a:t>3000</a:t>
            </a:r>
            <a:r>
              <a:rPr sz="1650" b="1" dirty="0">
                <a:solidFill>
                  <a:srgbClr val="B3B8B5"/>
                </a:solidFill>
                <a:latin typeface="Times New Roman"/>
                <a:cs typeface="Times New Roman"/>
              </a:rPr>
              <a:t>	</a:t>
            </a:r>
            <a:r>
              <a:rPr sz="1650" b="1" spc="65" dirty="0">
                <a:solidFill>
                  <a:srgbClr val="B3B8B5"/>
                </a:solidFill>
                <a:latin typeface="Times New Roman"/>
                <a:cs typeface="Times New Roman"/>
              </a:rPr>
              <a:t>3</a:t>
            </a:r>
            <a:r>
              <a:rPr sz="1650" b="1" spc="-100" dirty="0">
                <a:solidFill>
                  <a:srgbClr val="B3B8B5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B3B8B5"/>
                </a:solidFill>
                <a:latin typeface="Times New Roman"/>
                <a:cs typeface="Times New Roman"/>
              </a:rPr>
              <a:t>500</a:t>
            </a:r>
            <a:endParaRPr sz="1650">
              <a:latin typeface="Times New Roman"/>
              <a:cs typeface="Times New Roman"/>
            </a:endParaRPr>
          </a:p>
          <a:p>
            <a:pPr marL="924560">
              <a:lnSpc>
                <a:spcPct val="100000"/>
              </a:lnSpc>
              <a:spcBef>
                <a:spcPts val="675"/>
              </a:spcBef>
            </a:pPr>
            <a:r>
              <a:rPr sz="1350" spc="-10" dirty="0">
                <a:solidFill>
                  <a:srgbClr val="B3B8B5"/>
                </a:solidFill>
                <a:latin typeface="Times New Roman"/>
                <a:cs typeface="Times New Roman"/>
              </a:rPr>
              <a:t>(tnC!)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36135" y="7988365"/>
            <a:ext cx="35052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-25" dirty="0">
                <a:solidFill>
                  <a:srgbClr val="B3B8B5"/>
                </a:solidFill>
                <a:latin typeface="Times New Roman"/>
                <a:cs typeface="Times New Roman"/>
              </a:rPr>
              <a:t>000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58581"/>
            <a:ext cx="519118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0743" y="1842831"/>
            <a:ext cx="1887704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27102" y="1842831"/>
            <a:ext cx="1604549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0305" y="1842831"/>
            <a:ext cx="440464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71001" y="1827085"/>
            <a:ext cx="613503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81142" y="1858581"/>
            <a:ext cx="998910" cy="566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58709" y="1842831"/>
            <a:ext cx="471926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93557" y="1858581"/>
            <a:ext cx="346079" cy="5669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18287" y="1827085"/>
            <a:ext cx="1006775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48685" y="1842831"/>
            <a:ext cx="928121" cy="5827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939730" y="1842831"/>
            <a:ext cx="440464" cy="5827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890355" y="5307823"/>
            <a:ext cx="818005" cy="362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409480" y="6410319"/>
            <a:ext cx="314617" cy="2047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402696" y="7056067"/>
            <a:ext cx="1164083" cy="96074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963320" y="7922314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63320" y="5040071"/>
            <a:ext cx="0" cy="2788285"/>
          </a:xfrm>
          <a:custGeom>
            <a:avLst/>
            <a:gdLst/>
            <a:ahLst/>
            <a:cxnLst/>
            <a:rect l="l" t="t" r="r" b="b"/>
            <a:pathLst>
              <a:path h="2788284">
                <a:moveTo>
                  <a:pt x="0" y="2787743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882485" y="5670069"/>
            <a:ext cx="0" cy="1386205"/>
          </a:xfrm>
          <a:custGeom>
            <a:avLst/>
            <a:gdLst/>
            <a:ahLst/>
            <a:cxnLst/>
            <a:rect l="l" t="t" r="r" b="b"/>
            <a:pathLst>
              <a:path h="1386204">
                <a:moveTo>
                  <a:pt x="0" y="1385996"/>
                </a:moveTo>
                <a:lnTo>
                  <a:pt x="0" y="0"/>
                </a:lnTo>
              </a:path>
            </a:pathLst>
          </a:custGeom>
          <a:ln w="47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558912" y="6615067"/>
            <a:ext cx="0" cy="1055370"/>
          </a:xfrm>
          <a:custGeom>
            <a:avLst/>
            <a:gdLst/>
            <a:ahLst/>
            <a:cxnLst/>
            <a:rect l="l" t="t" r="r" b="b"/>
            <a:pathLst>
              <a:path h="1055370">
                <a:moveTo>
                  <a:pt x="0" y="1055247"/>
                </a:moveTo>
                <a:lnTo>
                  <a:pt x="0" y="0"/>
                </a:lnTo>
              </a:path>
            </a:pathLst>
          </a:custGeom>
          <a:ln w="39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566779" y="7764814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2519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558912" y="5670069"/>
            <a:ext cx="0" cy="740410"/>
          </a:xfrm>
          <a:custGeom>
            <a:avLst/>
            <a:gdLst/>
            <a:ahLst/>
            <a:cxnLst/>
            <a:rect l="l" t="t" r="r" b="b"/>
            <a:pathLst>
              <a:path h="740410">
                <a:moveTo>
                  <a:pt x="0" y="740248"/>
                </a:moveTo>
                <a:lnTo>
                  <a:pt x="0" y="0"/>
                </a:lnTo>
              </a:path>
            </a:pathLst>
          </a:custGeom>
          <a:ln w="47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25" name="object 25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708356" y="5347195"/>
            <a:ext cx="1715135" cy="0"/>
          </a:xfrm>
          <a:custGeom>
            <a:avLst/>
            <a:gdLst/>
            <a:ahLst/>
            <a:cxnLst/>
            <a:rect l="l" t="t" r="r" b="b"/>
            <a:pathLst>
              <a:path w="1715134">
                <a:moveTo>
                  <a:pt x="0" y="0"/>
                </a:moveTo>
                <a:lnTo>
                  <a:pt x="1714663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310490" y="7867188"/>
            <a:ext cx="2092325" cy="0"/>
          </a:xfrm>
          <a:custGeom>
            <a:avLst/>
            <a:gdLst/>
            <a:ahLst/>
            <a:cxnLst/>
            <a:rect l="l" t="t" r="r" b="b"/>
            <a:pathLst>
              <a:path w="2092325">
                <a:moveTo>
                  <a:pt x="0" y="0"/>
                </a:moveTo>
                <a:lnTo>
                  <a:pt x="2092204" y="0"/>
                </a:lnTo>
              </a:path>
            </a:pathLst>
          </a:custGeom>
          <a:ln w="47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566779" y="7890813"/>
            <a:ext cx="1667510" cy="0"/>
          </a:xfrm>
          <a:custGeom>
            <a:avLst/>
            <a:gdLst/>
            <a:ahLst/>
            <a:cxnLst/>
            <a:rect l="l" t="t" r="r" b="b"/>
            <a:pathLst>
              <a:path w="1667509">
                <a:moveTo>
                  <a:pt x="0" y="0"/>
                </a:moveTo>
                <a:lnTo>
                  <a:pt x="1667471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  <a:tabLst>
                <a:tab pos="817880" algn="l"/>
              </a:tabLst>
            </a:pPr>
            <a:r>
              <a:rPr sz="1900" b="1" spc="-25" dirty="0">
                <a:solidFill>
                  <a:srgbClr val="979797"/>
                </a:solidFill>
                <a:latin typeface="Times New Roman"/>
                <a:cs typeface="Times New Roman"/>
              </a:rPr>
              <a:t>600</a:t>
            </a:r>
            <a:r>
              <a:rPr sz="1900" b="1" dirty="0">
                <a:solidFill>
                  <a:srgbClr val="979797"/>
                </a:solidFill>
                <a:latin typeface="Times New Roman"/>
                <a:cs typeface="Times New Roman"/>
              </a:rPr>
              <a:t>	</a:t>
            </a:r>
            <a:r>
              <a:rPr sz="1050" b="1" dirty="0">
                <a:solidFill>
                  <a:srgbClr val="979797"/>
                </a:solidFill>
                <a:latin typeface="Arial"/>
                <a:cs typeface="Arial"/>
              </a:rPr>
              <a:t>X</a:t>
            </a:r>
            <a:r>
              <a:rPr sz="1050" b="1" spc="425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979797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456371" y="637076"/>
            <a:ext cx="7962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79797"/>
                </a:solidFill>
                <a:latin typeface="Times New Roman"/>
                <a:cs typeface="Times New Roman"/>
              </a:rPr>
              <a:t>600</a:t>
            </a:r>
            <a:r>
              <a:rPr sz="1450" b="1" spc="15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979797"/>
                </a:solidFill>
                <a:latin typeface="Times New Roman"/>
                <a:cs typeface="Times New Roman"/>
              </a:rPr>
              <a:t>X</a:t>
            </a:r>
            <a:r>
              <a:rPr sz="950" b="1" spc="65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1450" b="1" spc="25" dirty="0">
                <a:solidFill>
                  <a:srgbClr val="979797"/>
                </a:solidFill>
                <a:latin typeface="Times New Roman"/>
                <a:cs typeface="Times New Roman"/>
              </a:rPr>
              <a:t>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268" y="4235938"/>
            <a:ext cx="6708775" cy="692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105" dirty="0">
                <a:solidFill>
                  <a:srgbClr val="AA2A2D"/>
                </a:solidFill>
                <a:latin typeface="Arial"/>
                <a:cs typeface="Arial"/>
              </a:rPr>
              <a:t>Preventing</a:t>
            </a:r>
            <a:r>
              <a:rPr sz="4350" b="1" spc="13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55" dirty="0">
                <a:solidFill>
                  <a:srgbClr val="AA2A2D"/>
                </a:solidFill>
                <a:latin typeface="Arial"/>
                <a:cs typeface="Arial"/>
              </a:rPr>
              <a:t>Alert</a:t>
            </a:r>
            <a:r>
              <a:rPr sz="4350" b="1" spc="-23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114" dirty="0">
                <a:solidFill>
                  <a:srgbClr val="AA2A2D"/>
                </a:solidFill>
                <a:latin typeface="Arial"/>
                <a:cs typeface="Arial"/>
              </a:rPr>
              <a:t>Fatigue</a:t>
            </a:r>
            <a:endParaRPr sz="43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0384" y="5273859"/>
            <a:ext cx="8634730" cy="18840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7780" marR="5080" indent="-5715">
              <a:lnSpc>
                <a:spcPct val="127600"/>
              </a:lnSpc>
              <a:spcBef>
                <a:spcPts val="35"/>
              </a:spcBef>
            </a:pPr>
            <a:r>
              <a:rPr sz="3200" dirty="0">
                <a:solidFill>
                  <a:srgbClr val="333F4D"/>
                </a:solidFill>
                <a:latin typeface="Arial"/>
                <a:cs typeface="Arial"/>
              </a:rPr>
              <a:t>Simple</a:t>
            </a:r>
            <a:r>
              <a:rPr sz="3200" spc="-2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33F4D"/>
                </a:solidFill>
                <a:latin typeface="Arial"/>
                <a:cs typeface="Arial"/>
              </a:rPr>
              <a:t>thresholds</a:t>
            </a:r>
            <a:r>
              <a:rPr sz="3200" spc="-12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F4D"/>
                </a:solidFill>
                <a:latin typeface="Arial"/>
                <a:cs typeface="Arial"/>
              </a:rPr>
              <a:t>cause</a:t>
            </a:r>
            <a:r>
              <a:rPr sz="3200" spc="-8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75" dirty="0">
                <a:solidFill>
                  <a:srgbClr val="333F4D"/>
                </a:solidFill>
                <a:latin typeface="Arial"/>
                <a:cs typeface="Arial"/>
              </a:rPr>
              <a:t>alarm</a:t>
            </a:r>
            <a:r>
              <a:rPr sz="3200" spc="-4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80" dirty="0">
                <a:solidFill>
                  <a:srgbClr val="333F4D"/>
                </a:solidFill>
                <a:latin typeface="Arial"/>
                <a:cs typeface="Arial"/>
              </a:rPr>
              <a:t>''chatter''</a:t>
            </a:r>
            <a:r>
              <a:rPr sz="3200" spc="2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333F4D"/>
                </a:solidFill>
                <a:latin typeface="Arial"/>
                <a:cs typeface="Arial"/>
              </a:rPr>
              <a:t>if</a:t>
            </a:r>
            <a:r>
              <a:rPr sz="3200" spc="-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33F4D"/>
                </a:solidFill>
                <a:latin typeface="Arial"/>
                <a:cs typeface="Arial"/>
              </a:rPr>
              <a:t>the </a:t>
            </a:r>
            <a:r>
              <a:rPr sz="3200" dirty="0">
                <a:solidFill>
                  <a:srgbClr val="333F4D"/>
                </a:solidFill>
                <a:latin typeface="Arial"/>
                <a:cs typeface="Arial"/>
              </a:rPr>
              <a:t>signal</a:t>
            </a:r>
            <a:r>
              <a:rPr sz="3200" spc="-8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F4D"/>
                </a:solidFill>
                <a:latin typeface="Arial"/>
                <a:cs typeface="Arial"/>
              </a:rPr>
              <a:t>is</a:t>
            </a:r>
            <a:r>
              <a:rPr sz="3200" spc="-26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F4D"/>
                </a:solidFill>
                <a:latin typeface="Arial"/>
                <a:cs typeface="Arial"/>
              </a:rPr>
              <a:t>noisy.</a:t>
            </a:r>
            <a:r>
              <a:rPr sz="3200" spc="-17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03315E"/>
                </a:solidFill>
                <a:latin typeface="Arial"/>
                <a:cs typeface="Arial"/>
              </a:rPr>
              <a:t>Hysteresis</a:t>
            </a:r>
            <a:r>
              <a:rPr sz="3150" b="1" spc="1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00" spc="125" dirty="0">
                <a:solidFill>
                  <a:srgbClr val="333F4D"/>
                </a:solidFill>
                <a:latin typeface="Arial"/>
                <a:cs typeface="Arial"/>
              </a:rPr>
              <a:t>requires</a:t>
            </a:r>
            <a:r>
              <a:rPr sz="3200" spc="-7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-114" dirty="0">
                <a:solidFill>
                  <a:srgbClr val="333F4D"/>
                </a:solidFill>
                <a:latin typeface="Arial"/>
                <a:cs typeface="Arial"/>
              </a:rPr>
              <a:t>a</a:t>
            </a:r>
            <a:r>
              <a:rPr sz="3200" spc="-12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F4D"/>
                </a:solidFill>
                <a:latin typeface="Arial"/>
                <a:cs typeface="Arial"/>
              </a:rPr>
              <a:t>signal</a:t>
            </a:r>
            <a:r>
              <a:rPr sz="3200" spc="-8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F4D"/>
                </a:solidFill>
                <a:latin typeface="Arial"/>
                <a:cs typeface="Arial"/>
              </a:rPr>
              <a:t>to </a:t>
            </a:r>
            <a:r>
              <a:rPr sz="3200" spc="200" dirty="0">
                <a:solidFill>
                  <a:srgbClr val="333F4D"/>
                </a:solidFill>
                <a:latin typeface="Arial"/>
                <a:cs typeface="Arial"/>
              </a:rPr>
              <a:t>drop</a:t>
            </a:r>
            <a:r>
              <a:rPr sz="3200" spc="-28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33F4D"/>
                </a:solidFill>
                <a:latin typeface="Arial"/>
                <a:cs typeface="Arial"/>
              </a:rPr>
              <a:t>significantly</a:t>
            </a:r>
            <a:r>
              <a:rPr sz="3200" spc="-1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145" dirty="0">
                <a:solidFill>
                  <a:srgbClr val="333F4D"/>
                </a:solidFill>
                <a:latin typeface="Arial"/>
                <a:cs typeface="Arial"/>
              </a:rPr>
              <a:t>before</a:t>
            </a:r>
            <a:r>
              <a:rPr sz="3200" spc="-17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105" dirty="0">
                <a:solidFill>
                  <a:srgbClr val="333F4D"/>
                </a:solidFill>
                <a:latin typeface="Arial"/>
                <a:cs typeface="Arial"/>
              </a:rPr>
              <a:t>clearing</a:t>
            </a:r>
            <a:r>
              <a:rPr sz="3200" spc="-34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333F4D"/>
                </a:solidFill>
                <a:latin typeface="Arial"/>
                <a:cs typeface="Arial"/>
              </a:rPr>
              <a:t>an</a:t>
            </a:r>
            <a:r>
              <a:rPr sz="3200" spc="-22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333F4D"/>
                </a:solidFill>
                <a:latin typeface="Arial"/>
                <a:cs typeface="Arial"/>
              </a:rPr>
              <a:t>alert.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10407412" y="1836153"/>
            <a:ext cx="307340" cy="774065"/>
          </a:xfrm>
          <a:prstGeom prst="rect">
            <a:avLst/>
          </a:prstGeom>
          <a:solidFill>
            <a:srgbClr val="033160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pc="105" dirty="0">
                <a:solidFill>
                  <a:srgbClr val="FBFDFD"/>
                </a:solidFill>
              </a:rPr>
              <a:t>•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1307054" y="4831530"/>
            <a:ext cx="568325" cy="82804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450" b="1" spc="-10" dirty="0">
                <a:solidFill>
                  <a:srgbClr val="696969"/>
                </a:solidFill>
                <a:latin typeface="Arial"/>
                <a:cs typeface="Arial"/>
              </a:rPr>
              <a:t>Signal</a:t>
            </a:r>
            <a:endParaRPr sz="1450">
              <a:latin typeface="Arial"/>
              <a:cs typeface="Arial"/>
            </a:endParaRPr>
          </a:p>
          <a:p>
            <a:pPr marL="15875" algn="ctr">
              <a:lnSpc>
                <a:spcPts val="1565"/>
              </a:lnSpc>
              <a:spcBef>
                <a:spcPts val="790"/>
              </a:spcBef>
            </a:pPr>
            <a:r>
              <a:rPr sz="1400" spc="-50" dirty="0">
                <a:solidFill>
                  <a:srgbClr val="7E7E7E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  <a:p>
            <a:pPr marL="22860" algn="ctr">
              <a:lnSpc>
                <a:spcPts val="1385"/>
              </a:lnSpc>
            </a:pPr>
            <a:r>
              <a:rPr sz="1250" spc="-10" dirty="0">
                <a:solidFill>
                  <a:srgbClr val="7E7E7E"/>
                </a:solidFill>
                <a:latin typeface="Arial"/>
                <a:cs typeface="Arial"/>
              </a:rPr>
              <a:t>(close)</a:t>
            </a:r>
            <a:endParaRPr sz="12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038581" y="5960558"/>
            <a:ext cx="3263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25" dirty="0">
                <a:solidFill>
                  <a:srgbClr val="D67726"/>
                </a:solidFill>
                <a:latin typeface="Arial"/>
                <a:cs typeface="Arial"/>
              </a:rPr>
              <a:t>10%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903280" y="6114120"/>
            <a:ext cx="6350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u="sng" spc="-50" dirty="0">
                <a:solidFill>
                  <a:srgbClr val="D67726"/>
                </a:solidFill>
                <a:uFill>
                  <a:solidFill>
                    <a:srgbClr val="D67726"/>
                  </a:solidFill>
                </a:u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428483" y="6114120"/>
            <a:ext cx="11176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114" dirty="0">
                <a:solidFill>
                  <a:srgbClr val="D67726"/>
                </a:solidFill>
                <a:latin typeface="Arial"/>
                <a:cs typeface="Arial"/>
              </a:rPr>
              <a:t>►</a:t>
            </a:r>
            <a:endParaRPr sz="8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358988" y="7909615"/>
            <a:ext cx="480059" cy="3803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4445" algn="ctr">
              <a:lnSpc>
                <a:spcPts val="1450"/>
              </a:lnSpc>
              <a:spcBef>
                <a:spcPts val="115"/>
              </a:spcBef>
            </a:pPr>
            <a:r>
              <a:rPr sz="1350" spc="-50" dirty="0">
                <a:solidFill>
                  <a:srgbClr val="7E7E7E"/>
                </a:solidFill>
                <a:latin typeface="Arial"/>
                <a:cs typeface="Arial"/>
              </a:rPr>
              <a:t>0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ts val="1330"/>
              </a:lnSpc>
            </a:pPr>
            <a:r>
              <a:rPr sz="1250" spc="-10" dirty="0">
                <a:solidFill>
                  <a:srgbClr val="7E7E7E"/>
                </a:solidFill>
                <a:latin typeface="Arial"/>
                <a:cs typeface="Arial"/>
              </a:rPr>
              <a:t>(open)</a:t>
            </a:r>
            <a:endParaRPr sz="12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357401" y="6229881"/>
            <a:ext cx="2190115" cy="71882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76250" indent="-463550">
              <a:lnSpc>
                <a:spcPct val="100000"/>
              </a:lnSpc>
              <a:spcBef>
                <a:spcPts val="1085"/>
              </a:spcBef>
              <a:buClr>
                <a:srgbClr val="D67726"/>
              </a:buClr>
              <a:buFont typeface="Arial"/>
              <a:buChar char="-"/>
              <a:tabLst>
                <a:tab pos="476250" algn="l"/>
              </a:tabLst>
            </a:pPr>
            <a:r>
              <a:rPr sz="1450" b="1" spc="-130" dirty="0">
                <a:solidFill>
                  <a:srgbClr val="B87C33"/>
                </a:solidFill>
                <a:latin typeface="Arial"/>
                <a:cs typeface="Arial"/>
              </a:rPr>
              <a:t>Hysteresis</a:t>
            </a:r>
            <a:r>
              <a:rPr sz="1450" b="1" dirty="0">
                <a:solidFill>
                  <a:srgbClr val="B87C33"/>
                </a:solidFill>
                <a:latin typeface="Arial"/>
                <a:cs typeface="Arial"/>
              </a:rPr>
              <a:t> </a:t>
            </a:r>
            <a:r>
              <a:rPr sz="1450" b="1" spc="-90" dirty="0">
                <a:solidFill>
                  <a:srgbClr val="B87C33"/>
                </a:solidFill>
                <a:latin typeface="Arial"/>
                <a:cs typeface="Arial"/>
              </a:rPr>
              <a:t>signal</a:t>
            </a:r>
            <a:r>
              <a:rPr sz="1450" b="1" spc="-204" dirty="0">
                <a:solidFill>
                  <a:srgbClr val="B87C33"/>
                </a:solidFill>
                <a:latin typeface="Arial"/>
                <a:cs typeface="Arial"/>
              </a:rPr>
              <a:t> </a:t>
            </a:r>
            <a:r>
              <a:rPr sz="1450" b="1" spc="-20" dirty="0">
                <a:solidFill>
                  <a:srgbClr val="B87C33"/>
                </a:solidFill>
                <a:latin typeface="Arial"/>
                <a:cs typeface="Arial"/>
              </a:rPr>
              <a:t>path</a:t>
            </a:r>
            <a:endParaRPr sz="1450">
              <a:latin typeface="Arial"/>
              <a:cs typeface="Arial"/>
            </a:endParaRPr>
          </a:p>
          <a:p>
            <a:pPr marL="474345" indent="-454025">
              <a:lnSpc>
                <a:spcPct val="100000"/>
              </a:lnSpc>
              <a:spcBef>
                <a:spcPts val="990"/>
              </a:spcBef>
              <a:buFont typeface="Arial"/>
              <a:buChar char="-"/>
              <a:tabLst>
                <a:tab pos="474345" algn="l"/>
              </a:tabLst>
            </a:pPr>
            <a:r>
              <a:rPr sz="1450" b="1" spc="-75" dirty="0">
                <a:solidFill>
                  <a:srgbClr val="548060"/>
                </a:solidFill>
                <a:latin typeface="Arial"/>
                <a:cs typeface="Arial"/>
              </a:rPr>
              <a:t>Original</a:t>
            </a:r>
            <a:r>
              <a:rPr sz="1450" b="1" spc="-110" dirty="0">
                <a:solidFill>
                  <a:srgbClr val="548060"/>
                </a:solidFill>
                <a:latin typeface="Arial"/>
                <a:cs typeface="Arial"/>
              </a:rPr>
              <a:t> </a:t>
            </a:r>
            <a:r>
              <a:rPr sz="1450" b="1" spc="-95" dirty="0">
                <a:solidFill>
                  <a:srgbClr val="548060"/>
                </a:solidFill>
                <a:latin typeface="Arial"/>
                <a:cs typeface="Arial"/>
              </a:rPr>
              <a:t>signal</a:t>
            </a:r>
            <a:r>
              <a:rPr sz="1450" b="1" spc="-155" dirty="0">
                <a:solidFill>
                  <a:srgbClr val="548060"/>
                </a:solidFill>
                <a:latin typeface="Arial"/>
                <a:cs typeface="Arial"/>
              </a:rPr>
              <a:t> </a:t>
            </a:r>
            <a:r>
              <a:rPr sz="1450" b="1" spc="-20" dirty="0">
                <a:solidFill>
                  <a:srgbClr val="548060"/>
                </a:solidFill>
                <a:latin typeface="Arial"/>
                <a:cs typeface="Arial"/>
              </a:rPr>
              <a:t>path</a:t>
            </a:r>
            <a:endParaRPr sz="14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726528" y="8000177"/>
            <a:ext cx="30543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7E7E7E"/>
                </a:solidFill>
                <a:latin typeface="Arial"/>
                <a:cs typeface="Arial"/>
              </a:rPr>
              <a:t>180</a:t>
            </a:r>
            <a:endParaRPr sz="12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407939" y="8000177"/>
            <a:ext cx="30543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7E7E7E"/>
                </a:solidFill>
                <a:latin typeface="Arial"/>
                <a:cs typeface="Arial"/>
              </a:rPr>
              <a:t>200</a:t>
            </a:r>
            <a:endParaRPr sz="12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925178" y="8008052"/>
            <a:ext cx="786130" cy="391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1430"/>
              </a:lnSpc>
              <a:spcBef>
                <a:spcPts val="120"/>
              </a:spcBef>
            </a:pPr>
            <a:r>
              <a:rPr sz="1250" spc="60" dirty="0">
                <a:solidFill>
                  <a:srgbClr val="696969"/>
                </a:solidFill>
                <a:latin typeface="Arial"/>
                <a:cs typeface="Arial"/>
              </a:rPr>
              <a:t>Flow</a:t>
            </a:r>
            <a:r>
              <a:rPr sz="1250" spc="-4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696969"/>
                </a:solidFill>
                <a:latin typeface="Arial"/>
                <a:cs typeface="Arial"/>
              </a:rPr>
              <a:t>Rate</a:t>
            </a:r>
            <a:endParaRPr sz="1250">
              <a:latin typeface="Arial"/>
              <a:cs typeface="Arial"/>
            </a:endParaRPr>
          </a:p>
          <a:p>
            <a:pPr marR="4445" algn="ctr">
              <a:lnSpc>
                <a:spcPts val="1430"/>
              </a:lnSpc>
            </a:pPr>
            <a:r>
              <a:rPr sz="1250" spc="-10" dirty="0">
                <a:solidFill>
                  <a:srgbClr val="696969"/>
                </a:solidFill>
                <a:latin typeface="Arial"/>
                <a:cs typeface="Arial"/>
              </a:rPr>
              <a:t>(I.pm)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970" y="1827085"/>
            <a:ext cx="566311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7936" y="1858581"/>
            <a:ext cx="519118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9978" y="1827085"/>
            <a:ext cx="1242738" cy="598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95640" y="1827085"/>
            <a:ext cx="644965" cy="598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19260" y="1842831"/>
            <a:ext cx="534849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17034" y="1827085"/>
            <a:ext cx="582042" cy="598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03577" y="1858581"/>
            <a:ext cx="1022506" cy="5669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4738" y="1858581"/>
            <a:ext cx="361810" cy="5669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18242" y="1827085"/>
            <a:ext cx="1683203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80098" y="1842831"/>
            <a:ext cx="503387" cy="5827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146413" y="1858581"/>
            <a:ext cx="377540" cy="5669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586873" y="1842831"/>
            <a:ext cx="534849" cy="58274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29234" y="346582"/>
            <a:ext cx="0" cy="1173480"/>
          </a:xfrm>
          <a:custGeom>
            <a:avLst/>
            <a:gdLst/>
            <a:ahLst/>
            <a:cxnLst/>
            <a:rect l="l" t="t" r="r" b="b"/>
            <a:pathLst>
              <a:path h="1173480">
                <a:moveTo>
                  <a:pt x="0" y="1173372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8192742" y="330832"/>
            <a:ext cx="1306195" cy="882015"/>
            <a:chOff x="18192742" y="330832"/>
            <a:chExt cx="1306195" cy="882015"/>
          </a:xfrm>
        </p:grpSpPr>
        <p:sp>
          <p:nvSpPr>
            <p:cNvPr id="17" name="object 17"/>
            <p:cNvSpPr/>
            <p:nvPr/>
          </p:nvSpPr>
          <p:spPr>
            <a:xfrm>
              <a:off x="18216338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192742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613503" y="1504204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  <a:tabLst>
                <a:tab pos="817880" algn="l"/>
              </a:tabLst>
            </a:pPr>
            <a:r>
              <a:rPr sz="1900" b="1" spc="-2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dirty="0">
                <a:solidFill>
                  <a:srgbClr val="999999"/>
                </a:solidFill>
                <a:latin typeface="Times New Roman"/>
                <a:cs typeface="Times New Roman"/>
              </a:rPr>
              <a:t>	</a:t>
            </a:r>
            <a:r>
              <a:rPr sz="1050" b="1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43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456371" y="637076"/>
            <a:ext cx="7962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1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950" b="1" spc="6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92185" y="5417184"/>
            <a:ext cx="4824095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170" dirty="0">
                <a:solidFill>
                  <a:srgbClr val="82A17C"/>
                </a:solidFill>
                <a:latin typeface="Arial"/>
                <a:cs typeface="Arial"/>
              </a:rPr>
              <a:t>�</a:t>
            </a:r>
            <a:r>
              <a:rPr sz="1900" spc="170" dirty="0">
                <a:solidFill>
                  <a:srgbClr val="131115"/>
                </a:solidFill>
                <a:latin typeface="Arial"/>
                <a:cs typeface="Arial"/>
              </a:rPr>
              <a:t>SQLvs</a:t>
            </a:r>
            <a:r>
              <a:rPr sz="1900" spc="-204" dirty="0">
                <a:solidFill>
                  <a:srgbClr val="131115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30316"/>
                </a:solidFill>
                <a:latin typeface="Arial"/>
                <a:cs typeface="Arial"/>
              </a:rPr>
              <a:t>NoSQL</a:t>
            </a:r>
            <a:r>
              <a:rPr sz="1900" spc="-200" dirty="0">
                <a:solidFill>
                  <a:srgbClr val="03031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131115"/>
                </a:solidFill>
                <a:latin typeface="Arial"/>
                <a:cs typeface="Arial"/>
              </a:rPr>
              <a:t>Database</a:t>
            </a:r>
            <a:r>
              <a:rPr sz="1900" spc="-120" dirty="0">
                <a:solidFill>
                  <a:srgbClr val="131115"/>
                </a:solidFill>
                <a:latin typeface="Arial"/>
                <a:cs typeface="Arial"/>
              </a:rPr>
              <a:t> </a:t>
            </a:r>
            <a:r>
              <a:rPr sz="1900" spc="-100" dirty="0">
                <a:solidFill>
                  <a:srgbClr val="131115"/>
                </a:solidFill>
                <a:latin typeface="Arial"/>
                <a:cs typeface="Arial"/>
              </a:rPr>
              <a:t>Schema</a:t>
            </a:r>
            <a:r>
              <a:rPr sz="1900" spc="5" dirty="0">
                <a:solidFill>
                  <a:srgbClr val="131115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131115"/>
                </a:solidFill>
                <a:latin typeface="Arial"/>
                <a:cs typeface="Arial"/>
              </a:rPr>
              <a:t>Diagram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345191" y="1779738"/>
            <a:ext cx="236220" cy="673735"/>
          </a:xfrm>
          <a:prstGeom prst="rect">
            <a:avLst/>
          </a:prstGeom>
          <a:solidFill>
            <a:srgbClr val="03315D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-50" dirty="0">
                <a:solidFill>
                  <a:srgbClr val="FBFDFD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16616" y="4917910"/>
            <a:ext cx="7988300" cy="299593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950"/>
              </a:spcBef>
            </a:pPr>
            <a:r>
              <a:rPr sz="4350" b="1" spc="130" dirty="0">
                <a:solidFill>
                  <a:srgbClr val="AA2A2D"/>
                </a:solidFill>
                <a:latin typeface="Arial"/>
                <a:cs typeface="Arial"/>
              </a:rPr>
              <a:t>Hybrid</a:t>
            </a:r>
            <a:r>
              <a:rPr sz="4350" b="1" spc="-15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85" dirty="0">
                <a:solidFill>
                  <a:srgbClr val="AA2A2D"/>
                </a:solidFill>
                <a:latin typeface="Arial"/>
                <a:cs typeface="Arial"/>
              </a:rPr>
              <a:t>Approaches</a:t>
            </a:r>
            <a:endParaRPr sz="4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743585" algn="l"/>
              </a:tabLst>
            </a:pPr>
            <a:r>
              <a:rPr sz="4350" b="1" spc="85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350" b="1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450" b="1" spc="-200" dirty="0">
                <a:solidFill>
                  <a:srgbClr val="053160"/>
                </a:solidFill>
                <a:latin typeface="Arial"/>
                <a:cs typeface="Arial"/>
              </a:rPr>
              <a:t>NoSQL:</a:t>
            </a:r>
            <a:r>
              <a:rPr sz="3450" b="1" spc="-254" dirty="0">
                <a:solidFill>
                  <a:srgbClr val="053160"/>
                </a:solidFill>
                <a:latin typeface="Arial"/>
                <a:cs typeface="Arial"/>
              </a:rPr>
              <a:t> </a:t>
            </a:r>
            <a:r>
              <a:rPr sz="3200" spc="45" dirty="0">
                <a:solidFill>
                  <a:srgbClr val="343F4D"/>
                </a:solidFill>
                <a:latin typeface="Arial"/>
                <a:cs typeface="Arial"/>
              </a:rPr>
              <a:t>Massive</a:t>
            </a:r>
            <a:r>
              <a:rPr sz="3200" spc="-2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60" dirty="0">
                <a:solidFill>
                  <a:srgbClr val="343F4D"/>
                </a:solidFill>
                <a:latin typeface="Arial"/>
                <a:cs typeface="Arial"/>
              </a:rPr>
              <a:t>telemetry</a:t>
            </a:r>
            <a:r>
              <a:rPr sz="3200" spc="-12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43F4D"/>
                </a:solidFill>
                <a:latin typeface="Arial"/>
                <a:cs typeface="Arial"/>
              </a:rPr>
              <a:t>scaling.</a:t>
            </a:r>
            <a:endParaRPr sz="3200">
              <a:latin typeface="Arial"/>
              <a:cs typeface="Arial"/>
            </a:endParaRPr>
          </a:p>
          <a:p>
            <a:pPr marL="748665" marR="5080" indent="-736600">
              <a:lnSpc>
                <a:spcPct val="113500"/>
              </a:lnSpc>
              <a:spcBef>
                <a:spcPts val="770"/>
              </a:spcBef>
              <a:tabLst>
                <a:tab pos="744220" algn="l"/>
              </a:tabLst>
            </a:pPr>
            <a:r>
              <a:rPr sz="4350" b="1" spc="15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350" b="1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450" b="1" spc="-254" dirty="0">
                <a:solidFill>
                  <a:srgbClr val="053160"/>
                </a:solidFill>
                <a:latin typeface="Arial"/>
                <a:cs typeface="Arial"/>
              </a:rPr>
              <a:t>SQL:</a:t>
            </a:r>
            <a:r>
              <a:rPr sz="3450" b="1" spc="-345" dirty="0">
                <a:solidFill>
                  <a:srgbClr val="05316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F4D"/>
                </a:solidFill>
                <a:latin typeface="Arial"/>
                <a:cs typeface="Arial"/>
              </a:rPr>
              <a:t>Asset</a:t>
            </a:r>
            <a:r>
              <a:rPr sz="3200" spc="-9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343F4D"/>
                </a:solidFill>
                <a:latin typeface="Arial"/>
                <a:cs typeface="Arial"/>
              </a:rPr>
              <a:t>hierarchies,</a:t>
            </a:r>
            <a:r>
              <a:rPr sz="3200" spc="-4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75" dirty="0">
                <a:solidFill>
                  <a:srgbClr val="343F4D"/>
                </a:solidFill>
                <a:latin typeface="Arial"/>
                <a:cs typeface="Arial"/>
              </a:rPr>
              <a:t>user</a:t>
            </a:r>
            <a:r>
              <a:rPr sz="3200" spc="-9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43F4D"/>
                </a:solidFill>
                <a:latin typeface="Arial"/>
                <a:cs typeface="Arial"/>
              </a:rPr>
              <a:t>roles,</a:t>
            </a:r>
            <a:r>
              <a:rPr sz="3200" spc="-21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40" dirty="0">
                <a:solidFill>
                  <a:srgbClr val="343F4D"/>
                </a:solidFill>
                <a:latin typeface="Arial"/>
                <a:cs typeface="Arial"/>
              </a:rPr>
              <a:t>and </a:t>
            </a:r>
            <a:r>
              <a:rPr sz="3200" spc="75" dirty="0">
                <a:solidFill>
                  <a:srgbClr val="343F4D"/>
                </a:solidFill>
                <a:latin typeface="Arial"/>
                <a:cs typeface="Arial"/>
              </a:rPr>
              <a:t>maintenance</a:t>
            </a:r>
            <a:r>
              <a:rPr sz="3200" spc="10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43F4D"/>
                </a:solidFill>
                <a:latin typeface="Arial"/>
                <a:cs typeface="Arial"/>
              </a:rPr>
              <a:t>records.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42831"/>
            <a:ext cx="1321393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3018" y="1842831"/>
            <a:ext cx="471926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7867" y="1858581"/>
            <a:ext cx="157308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41696" y="1858581"/>
            <a:ext cx="747216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85571" y="1842831"/>
            <a:ext cx="865198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9424" y="1842831"/>
            <a:ext cx="2170859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63205" y="1842831"/>
            <a:ext cx="471926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39638" y="1842831"/>
            <a:ext cx="770812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89098" y="1842831"/>
            <a:ext cx="1242738" cy="5827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94766" y="1827085"/>
            <a:ext cx="440464" cy="59849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29234" y="346582"/>
            <a:ext cx="0" cy="1165860"/>
          </a:xfrm>
          <a:custGeom>
            <a:avLst/>
            <a:gdLst/>
            <a:ahLst/>
            <a:cxnLst/>
            <a:rect l="l" t="t" r="r" b="b"/>
            <a:pathLst>
              <a:path h="1165860">
                <a:moveTo>
                  <a:pt x="0" y="11654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8192742" y="330832"/>
            <a:ext cx="1306195" cy="882015"/>
            <a:chOff x="18192742" y="330832"/>
            <a:chExt cx="1306195" cy="882015"/>
          </a:xfrm>
        </p:grpSpPr>
        <p:sp>
          <p:nvSpPr>
            <p:cNvPr id="15" name="object 15"/>
            <p:cNvSpPr/>
            <p:nvPr/>
          </p:nvSpPr>
          <p:spPr>
            <a:xfrm>
              <a:off x="18216338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192742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05638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7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254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409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5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99999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4736436" y="1836153"/>
            <a:ext cx="314960" cy="774065"/>
          </a:xfrm>
          <a:prstGeom prst="rect">
            <a:avLst/>
          </a:prstGeom>
          <a:solidFill>
            <a:srgbClr val="033160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pc="260" dirty="0">
                <a:solidFill>
                  <a:srgbClr val="FBFDFD"/>
                </a:solidFill>
              </a:rPr>
              <a:t>•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89773" y="4598186"/>
            <a:ext cx="8149590" cy="3536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350" b="1" spc="345" dirty="0">
                <a:solidFill>
                  <a:srgbClr val="AA2A2D"/>
                </a:solidFill>
                <a:latin typeface="Arial"/>
                <a:cs typeface="Arial"/>
              </a:rPr>
              <a:t>On-</a:t>
            </a:r>
            <a:r>
              <a:rPr sz="4350" b="1" spc="270" dirty="0">
                <a:solidFill>
                  <a:srgbClr val="AA2A2D"/>
                </a:solidFill>
                <a:latin typeface="Arial"/>
                <a:cs typeface="Arial"/>
              </a:rPr>
              <a:t>the-</a:t>
            </a:r>
            <a:r>
              <a:rPr sz="4350" b="1" spc="370" dirty="0">
                <a:solidFill>
                  <a:srgbClr val="AA2A2D"/>
                </a:solidFill>
                <a:latin typeface="Arial"/>
                <a:cs typeface="Arial"/>
              </a:rPr>
              <a:t>go</a:t>
            </a:r>
            <a:r>
              <a:rPr sz="4350" b="1" spc="-16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-70" dirty="0">
                <a:solidFill>
                  <a:srgbClr val="AA2A2D"/>
                </a:solidFill>
                <a:latin typeface="Arial"/>
                <a:cs typeface="Arial"/>
              </a:rPr>
              <a:t>Mon</a:t>
            </a:r>
            <a:r>
              <a:rPr sz="4350" b="1" spc="-1405" dirty="0">
                <a:solidFill>
                  <a:srgbClr val="AA2A2D"/>
                </a:solidFill>
                <a:latin typeface="Arial"/>
                <a:cs typeface="Arial"/>
              </a:rPr>
              <a:t>1</a:t>
            </a:r>
            <a:r>
              <a:rPr sz="4950" spc="-262" baseline="31986" dirty="0">
                <a:solidFill>
                  <a:srgbClr val="AA2A2D"/>
                </a:solidFill>
                <a:latin typeface="Arial"/>
                <a:cs typeface="Arial"/>
              </a:rPr>
              <a:t>•</a:t>
            </a:r>
            <a:r>
              <a:rPr sz="4350" b="1" spc="-70" dirty="0">
                <a:solidFill>
                  <a:srgbClr val="AA2A2D"/>
                </a:solidFill>
                <a:latin typeface="Arial"/>
                <a:cs typeface="Arial"/>
              </a:rPr>
              <a:t>tor</a:t>
            </a:r>
            <a:r>
              <a:rPr sz="4350" b="1" spc="-1540" dirty="0">
                <a:solidFill>
                  <a:srgbClr val="AA2A2D"/>
                </a:solidFill>
                <a:latin typeface="Arial"/>
                <a:cs typeface="Arial"/>
              </a:rPr>
              <a:t>1</a:t>
            </a:r>
            <a:r>
              <a:rPr sz="4575" spc="52" baseline="34608" dirty="0">
                <a:solidFill>
                  <a:srgbClr val="AA2A2D"/>
                </a:solidFill>
                <a:latin typeface="Arial"/>
                <a:cs typeface="Arial"/>
              </a:rPr>
              <a:t>•</a:t>
            </a:r>
            <a:r>
              <a:rPr sz="4350" b="1" spc="-70" dirty="0">
                <a:solidFill>
                  <a:srgbClr val="AA2A2D"/>
                </a:solidFill>
                <a:latin typeface="Arial"/>
                <a:cs typeface="Arial"/>
              </a:rPr>
              <a:t>ng</a:t>
            </a:r>
            <a:endParaRPr sz="4350">
              <a:latin typeface="Arial"/>
              <a:cs typeface="Arial"/>
            </a:endParaRPr>
          </a:p>
          <a:p>
            <a:pPr marL="45720" marR="30480" indent="15240">
              <a:lnSpc>
                <a:spcPct val="127000"/>
              </a:lnSpc>
              <a:spcBef>
                <a:spcPts val="2890"/>
              </a:spcBef>
            </a:pPr>
            <a:r>
              <a:rPr sz="3200" dirty="0">
                <a:solidFill>
                  <a:srgbClr val="343F4D"/>
                </a:solidFill>
                <a:latin typeface="Arial"/>
                <a:cs typeface="Arial"/>
              </a:rPr>
              <a:t>Responsive</a:t>
            </a:r>
            <a:r>
              <a:rPr sz="3200" spc="6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43F4D"/>
                </a:solidFill>
                <a:latin typeface="Arial"/>
                <a:cs typeface="Arial"/>
              </a:rPr>
              <a:t>UI</a:t>
            </a:r>
            <a:r>
              <a:rPr sz="3200" spc="-8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55" dirty="0">
                <a:solidFill>
                  <a:srgbClr val="343F4D"/>
                </a:solidFill>
                <a:latin typeface="Arial"/>
                <a:cs typeface="Arial"/>
              </a:rPr>
              <a:t>design</a:t>
            </a:r>
            <a:r>
              <a:rPr sz="3200" spc="-17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F4D"/>
                </a:solidFill>
                <a:latin typeface="Arial"/>
                <a:cs typeface="Arial"/>
              </a:rPr>
              <a:t>is</a:t>
            </a:r>
            <a:r>
              <a:rPr sz="3200" spc="-35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43F4D"/>
                </a:solidFill>
                <a:latin typeface="Arial"/>
                <a:cs typeface="Arial"/>
              </a:rPr>
              <a:t>critical</a:t>
            </a:r>
            <a:r>
              <a:rPr sz="3200" spc="-16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35" dirty="0">
                <a:solidFill>
                  <a:srgbClr val="343F4D"/>
                </a:solidFill>
                <a:latin typeface="Arial"/>
                <a:cs typeface="Arial"/>
              </a:rPr>
              <a:t>for</a:t>
            </a:r>
            <a:r>
              <a:rPr sz="3200" spc="7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25" dirty="0">
                <a:solidFill>
                  <a:srgbClr val="343F4D"/>
                </a:solidFill>
                <a:latin typeface="Arial"/>
                <a:cs typeface="Arial"/>
              </a:rPr>
              <a:t>field </a:t>
            </a:r>
            <a:r>
              <a:rPr sz="3200" spc="65" dirty="0">
                <a:solidFill>
                  <a:srgbClr val="343F4D"/>
                </a:solidFill>
                <a:latin typeface="Arial"/>
                <a:cs typeface="Arial"/>
              </a:rPr>
              <a:t>technicians.</a:t>
            </a:r>
            <a:r>
              <a:rPr sz="3200" spc="-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10" dirty="0">
                <a:solidFill>
                  <a:srgbClr val="343F4D"/>
                </a:solidFill>
                <a:latin typeface="Arial"/>
                <a:cs typeface="Arial"/>
              </a:rPr>
              <a:t>Prioritizes</a:t>
            </a:r>
            <a:r>
              <a:rPr sz="3200" spc="-9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100" b="1" spc="165" dirty="0">
                <a:solidFill>
                  <a:srgbClr val="03315E"/>
                </a:solidFill>
                <a:latin typeface="Arial"/>
                <a:cs typeface="Arial"/>
              </a:rPr>
              <a:t>Health</a:t>
            </a:r>
            <a:r>
              <a:rPr sz="3100" b="1" spc="-280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3315E"/>
                </a:solidFill>
                <a:latin typeface="Arial"/>
                <a:cs typeface="Arial"/>
              </a:rPr>
              <a:t>Checks</a:t>
            </a:r>
            <a:r>
              <a:rPr sz="3100" b="1" spc="-110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00" spc="40" dirty="0">
                <a:solidFill>
                  <a:srgbClr val="343F4D"/>
                </a:solidFill>
                <a:latin typeface="Arial"/>
                <a:cs typeface="Arial"/>
              </a:rPr>
              <a:t>and </a:t>
            </a:r>
            <a:r>
              <a:rPr sz="3100" b="1" dirty="0">
                <a:solidFill>
                  <a:srgbClr val="03315E"/>
                </a:solidFill>
                <a:latin typeface="Arial"/>
                <a:cs typeface="Arial"/>
              </a:rPr>
              <a:t>Emergency </a:t>
            </a:r>
            <a:r>
              <a:rPr sz="3100" b="1" spc="85" dirty="0">
                <a:solidFill>
                  <a:srgbClr val="03315E"/>
                </a:solidFill>
                <a:latin typeface="Arial"/>
                <a:cs typeface="Arial"/>
              </a:rPr>
              <a:t>Shutdown</a:t>
            </a:r>
            <a:r>
              <a:rPr sz="3100" b="1" spc="-40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00" spc="75" dirty="0">
                <a:solidFill>
                  <a:srgbClr val="343F4D"/>
                </a:solidFill>
                <a:latin typeface="Arial"/>
                <a:cs typeface="Arial"/>
              </a:rPr>
              <a:t>commands</a:t>
            </a:r>
            <a:r>
              <a:rPr sz="3200" spc="-10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14" dirty="0">
                <a:solidFill>
                  <a:srgbClr val="343F4D"/>
                </a:solidFill>
                <a:latin typeface="Arial"/>
                <a:cs typeface="Arial"/>
              </a:rPr>
              <a:t>over </a:t>
            </a:r>
            <a:r>
              <a:rPr sz="3200" spc="65" dirty="0">
                <a:solidFill>
                  <a:srgbClr val="343F4D"/>
                </a:solidFill>
                <a:latin typeface="Arial"/>
                <a:cs typeface="Arial"/>
              </a:rPr>
              <a:t>complex</a:t>
            </a:r>
            <a:r>
              <a:rPr sz="3200" spc="-7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43F4D"/>
                </a:solidFill>
                <a:latin typeface="Arial"/>
                <a:cs typeface="Arial"/>
              </a:rPr>
              <a:t>trends.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07395" y="4968311"/>
            <a:ext cx="519112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90" dirty="0">
                <a:solidFill>
                  <a:srgbClr val="85A580"/>
                </a:solidFill>
                <a:latin typeface="Arial"/>
                <a:cs typeface="Arial"/>
              </a:rPr>
              <a:t>�</a:t>
            </a:r>
            <a:r>
              <a:rPr sz="2000" spc="90" dirty="0">
                <a:solidFill>
                  <a:srgbClr val="110A11"/>
                </a:solidFill>
                <a:latin typeface="Arial"/>
                <a:cs typeface="Arial"/>
              </a:rPr>
              <a:t>Industr</a:t>
            </a:r>
            <a:r>
              <a:rPr sz="2000" spc="90" dirty="0">
                <a:solidFill>
                  <a:srgbClr val="03082D"/>
                </a:solidFill>
                <a:latin typeface="Arial"/>
                <a:cs typeface="Arial"/>
              </a:rPr>
              <a:t>i</a:t>
            </a:r>
            <a:r>
              <a:rPr sz="2000" spc="90" dirty="0">
                <a:solidFill>
                  <a:srgbClr val="110A11"/>
                </a:solidFill>
                <a:latin typeface="Arial"/>
                <a:cs typeface="Arial"/>
              </a:rPr>
              <a:t>a</a:t>
            </a:r>
            <a:r>
              <a:rPr sz="2000" spc="90" dirty="0">
                <a:solidFill>
                  <a:srgbClr val="03082D"/>
                </a:solidFill>
                <a:latin typeface="Arial"/>
                <a:cs typeface="Arial"/>
              </a:rPr>
              <a:t>l</a:t>
            </a:r>
            <a:r>
              <a:rPr sz="2000" spc="-160" dirty="0">
                <a:solidFill>
                  <a:srgbClr val="03082D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110A11"/>
                </a:solidFill>
                <a:latin typeface="Arial"/>
                <a:cs typeface="Arial"/>
              </a:rPr>
              <a:t>Remote</a:t>
            </a:r>
            <a:r>
              <a:rPr sz="2000" spc="-10" dirty="0">
                <a:solidFill>
                  <a:srgbClr val="110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10A11"/>
                </a:solidFill>
                <a:latin typeface="Arial"/>
                <a:cs typeface="Arial"/>
              </a:rPr>
              <a:t>Monitoring</a:t>
            </a:r>
            <a:r>
              <a:rPr sz="2000" spc="-130" dirty="0">
                <a:solidFill>
                  <a:srgbClr val="110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10A11"/>
                </a:solidFill>
                <a:latin typeface="Arial"/>
                <a:cs typeface="Arial"/>
              </a:rPr>
              <a:t>Mobile</a:t>
            </a:r>
            <a:r>
              <a:rPr sz="2000" spc="-105" dirty="0">
                <a:solidFill>
                  <a:srgbClr val="110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10A11"/>
                </a:solidFill>
                <a:latin typeface="Arial"/>
                <a:cs typeface="Arial"/>
              </a:rPr>
              <a:t>App</a:t>
            </a:r>
            <a:r>
              <a:rPr sz="2000" spc="-110" dirty="0">
                <a:solidFill>
                  <a:srgbClr val="110A1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10A11"/>
                </a:solidFill>
                <a:latin typeface="Arial"/>
                <a:cs typeface="Arial"/>
              </a:rPr>
              <a:t>UI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27085"/>
            <a:ext cx="2721440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3065" y="1842831"/>
            <a:ext cx="1022506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5804" y="1842831"/>
            <a:ext cx="503387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72115" y="1858581"/>
            <a:ext cx="157308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53043" y="1827085"/>
            <a:ext cx="991044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80051" y="1827085"/>
            <a:ext cx="1321393" cy="598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62143" y="1858581"/>
            <a:ext cx="361810" cy="56699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991044" y="4725074"/>
            <a:ext cx="8620760" cy="3858895"/>
            <a:chOff x="991044" y="4725074"/>
            <a:chExt cx="8620760" cy="3858895"/>
          </a:xfrm>
        </p:grpSpPr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1044" y="4725074"/>
              <a:ext cx="8620520" cy="38587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6616" y="5985070"/>
              <a:ext cx="3334944" cy="121274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5" name="object 15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61996" y="7300190"/>
            <a:ext cx="314960" cy="0"/>
          </a:xfrm>
          <a:custGeom>
            <a:avLst/>
            <a:gdLst/>
            <a:ahLst/>
            <a:cxnLst/>
            <a:rect l="l" t="t" r="r" b="b"/>
            <a:pathLst>
              <a:path w="314960">
                <a:moveTo>
                  <a:pt x="0" y="0"/>
                </a:moveTo>
                <a:lnTo>
                  <a:pt x="314617" y="0"/>
                </a:lnTo>
              </a:path>
            </a:pathLst>
          </a:custGeom>
          <a:ln w="3175">
            <a:solidFill>
              <a:srgbClr val="DBD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75" dirty="0">
                <a:solidFill>
                  <a:srgbClr val="979C9E"/>
                </a:solidFill>
                <a:latin typeface="Times New Roman"/>
                <a:cs typeface="Times New Roman"/>
              </a:rPr>
              <a:t>600</a:t>
            </a:r>
            <a:r>
              <a:rPr sz="1900" b="1" spc="254" dirty="0">
                <a:solidFill>
                  <a:srgbClr val="979C9E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79C9E"/>
                </a:solidFill>
                <a:latin typeface="Arial"/>
                <a:cs typeface="Arial"/>
              </a:rPr>
              <a:t>X</a:t>
            </a:r>
            <a:r>
              <a:rPr sz="1050" b="1" spc="409" dirty="0">
                <a:solidFill>
                  <a:srgbClr val="979C9E"/>
                </a:solidFill>
                <a:latin typeface="Arial"/>
                <a:cs typeface="Arial"/>
              </a:rPr>
              <a:t> </a:t>
            </a:r>
            <a:r>
              <a:rPr sz="1900" b="1" spc="50" dirty="0">
                <a:solidFill>
                  <a:srgbClr val="979C9E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456630" y="648888"/>
            <a:ext cx="814069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dirty="0">
                <a:solidFill>
                  <a:srgbClr val="979C9E"/>
                </a:solidFill>
                <a:latin typeface="Arial"/>
                <a:cs typeface="Arial"/>
              </a:rPr>
              <a:t>600</a:t>
            </a:r>
            <a:r>
              <a:rPr sz="1350" spc="20" dirty="0">
                <a:solidFill>
                  <a:srgbClr val="979C9E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979C9E"/>
                </a:solidFill>
                <a:latin typeface="Times New Roman"/>
                <a:cs typeface="Times New Roman"/>
              </a:rPr>
              <a:t>X</a:t>
            </a:r>
            <a:r>
              <a:rPr sz="950" spc="100" dirty="0">
                <a:solidFill>
                  <a:srgbClr val="979C9E"/>
                </a:solidFill>
                <a:latin typeface="Times New Roman"/>
                <a:cs typeface="Times New Roman"/>
              </a:rPr>
              <a:t> </a:t>
            </a:r>
            <a:r>
              <a:rPr sz="1350" spc="35" dirty="0">
                <a:solidFill>
                  <a:srgbClr val="979C9E"/>
                </a:solidFill>
                <a:latin typeface="Arial"/>
                <a:cs typeface="Arial"/>
              </a:rPr>
              <a:t>400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03907" y="1836153"/>
            <a:ext cx="314960" cy="774065"/>
          </a:xfrm>
          <a:prstGeom prst="rect">
            <a:avLst/>
          </a:prstGeom>
          <a:solidFill>
            <a:srgbClr val="03315E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4450" spc="55" dirty="0">
                <a:solidFill>
                  <a:srgbClr val="FBFDF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09182" y="1779738"/>
            <a:ext cx="236220" cy="673735"/>
          </a:xfrm>
          <a:prstGeom prst="rect">
            <a:avLst/>
          </a:prstGeom>
          <a:solidFill>
            <a:srgbClr val="03315E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50" dirty="0">
                <a:solidFill>
                  <a:srgbClr val="FBFDFB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62581" y="5680997"/>
            <a:ext cx="499745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50" dirty="0">
                <a:solidFill>
                  <a:srgbClr val="BDC3C3"/>
                </a:solidFill>
                <a:latin typeface="Arial"/>
                <a:cs typeface="Arial"/>
              </a:rPr>
              <a:t>,</a:t>
            </a:r>
            <a:r>
              <a:rPr sz="550" spc="380" dirty="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sz="2700" u="heavy" spc="-10" dirty="0">
                <a:solidFill>
                  <a:srgbClr val="A3BFCF"/>
                </a:solidFill>
                <a:uFill>
                  <a:solidFill>
                    <a:srgbClr val="ADB0B2"/>
                  </a:solidFill>
                </a:uFill>
                <a:latin typeface="Arial"/>
                <a:cs typeface="Arial"/>
              </a:rPr>
              <a:t>  </a:t>
            </a:r>
            <a:r>
              <a:rPr sz="2700" u="none" spc="-95" dirty="0">
                <a:solidFill>
                  <a:srgbClr val="A3BFCF"/>
                </a:solidFill>
                <a:latin typeface="Arial"/>
                <a:cs typeface="Arial"/>
              </a:rPr>
              <a:t>·-</a:t>
            </a:r>
            <a:endParaRPr sz="2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25760" y="5606184"/>
            <a:ext cx="1078230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37820" algn="l"/>
              </a:tabLst>
            </a:pPr>
            <a:r>
              <a:rPr sz="2950" spc="-440" dirty="0">
                <a:solidFill>
                  <a:srgbClr val="8AA8BA"/>
                </a:solidFill>
                <a:latin typeface="Arial"/>
                <a:cs typeface="Arial"/>
              </a:rPr>
              <a:t>·-</a:t>
            </a:r>
            <a:r>
              <a:rPr sz="2950" dirty="0">
                <a:solidFill>
                  <a:srgbClr val="8AA8BA"/>
                </a:solidFill>
                <a:latin typeface="Arial"/>
                <a:cs typeface="Arial"/>
              </a:rPr>
              <a:t>	</a:t>
            </a:r>
            <a:r>
              <a:rPr sz="1350" dirty="0">
                <a:solidFill>
                  <a:srgbClr val="BDC3C3"/>
                </a:solidFill>
                <a:latin typeface="Times New Roman"/>
                <a:cs typeface="Times New Roman"/>
              </a:rPr>
              <a:t>,</a:t>
            </a:r>
            <a:r>
              <a:rPr sz="1350" spc="-85" dirty="0">
                <a:solidFill>
                  <a:srgbClr val="BDC3C3"/>
                </a:solidFill>
                <a:latin typeface="Times New Roman"/>
                <a:cs typeface="Times New Roman"/>
              </a:rPr>
              <a:t> </a:t>
            </a:r>
            <a:r>
              <a:rPr sz="3300" u="heavy" spc="165" dirty="0">
                <a:solidFill>
                  <a:srgbClr val="979C9E"/>
                </a:solidFill>
                <a:uFill>
                  <a:solidFill>
                    <a:srgbClr val="969B9D"/>
                  </a:solidFill>
                </a:uFill>
                <a:latin typeface="Arial"/>
                <a:cs typeface="Arial"/>
              </a:rPr>
              <a:t> </a:t>
            </a:r>
            <a:r>
              <a:rPr sz="3300" u="none" dirty="0">
                <a:solidFill>
                  <a:srgbClr val="979C9E"/>
                </a:solidFill>
                <a:latin typeface="Arial"/>
                <a:cs typeface="Arial"/>
              </a:rPr>
              <a:t>.</a:t>
            </a:r>
            <a:r>
              <a:rPr sz="2400" u="none" dirty="0">
                <a:solidFill>
                  <a:srgbClr val="BDC3C3"/>
                </a:solidFill>
                <a:latin typeface="Arial"/>
                <a:cs typeface="Arial"/>
              </a:rPr>
              <a:t>--</a:t>
            </a:r>
            <a:r>
              <a:rPr sz="2400" u="none" spc="155" dirty="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sz="1250" u="none" spc="-90" dirty="0">
                <a:solidFill>
                  <a:srgbClr val="BDC3C3"/>
                </a:solidFill>
                <a:latin typeface="Arial"/>
                <a:cs typeface="Arial"/>
              </a:rPr>
              <a:t>...</a:t>
            </a:r>
            <a:endParaRPr sz="1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04768" y="5822745"/>
            <a:ext cx="176530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spc="-285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sz="2450" spc="-740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endParaRPr sz="2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29362" y="5806996"/>
            <a:ext cx="62103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80" dirty="0">
                <a:solidFill>
                  <a:srgbClr val="AEB1B3"/>
                </a:solidFill>
                <a:latin typeface="Arial"/>
                <a:cs typeface="Arial"/>
              </a:rPr>
              <a:t>·-</a:t>
            </a:r>
            <a:r>
              <a:rPr sz="2700" spc="-385" dirty="0">
                <a:solidFill>
                  <a:srgbClr val="AEB1B3"/>
                </a:solidFill>
                <a:latin typeface="Arial"/>
                <a:cs typeface="Arial"/>
              </a:rPr>
              <a:t> </a:t>
            </a:r>
            <a:r>
              <a:rPr sz="3100" spc="-355" dirty="0">
                <a:solidFill>
                  <a:srgbClr val="979C9E"/>
                </a:solidFill>
                <a:latin typeface="Arial"/>
                <a:cs typeface="Arial"/>
              </a:rPr>
              <a:t>--</a:t>
            </a:r>
            <a:r>
              <a:rPr sz="3100" spc="-25" dirty="0">
                <a:solidFill>
                  <a:srgbClr val="979C9E"/>
                </a:solidFill>
                <a:latin typeface="Arial"/>
                <a:cs typeface="Arial"/>
              </a:rPr>
              <a:t> </a:t>
            </a:r>
            <a:r>
              <a:rPr sz="2900" spc="-370" dirty="0">
                <a:solidFill>
                  <a:srgbClr val="979C9E"/>
                </a:solidFill>
                <a:latin typeface="Times New Roman"/>
                <a:cs typeface="Times New Roman"/>
              </a:rPr>
              <a:t>-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77997" y="5854246"/>
            <a:ext cx="1528445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93090" algn="l"/>
                <a:tab pos="1135380" algn="l"/>
                <a:tab pos="1430655" algn="l"/>
              </a:tabLst>
            </a:pPr>
            <a:r>
              <a:rPr sz="1000" dirty="0">
                <a:solidFill>
                  <a:srgbClr val="979C9E"/>
                </a:solidFill>
                <a:latin typeface="Arial"/>
                <a:cs typeface="Arial"/>
              </a:rPr>
              <a:t>-...</a:t>
            </a:r>
            <a:r>
              <a:rPr sz="1000" spc="185" dirty="0">
                <a:solidFill>
                  <a:srgbClr val="979C9E"/>
                </a:solidFill>
                <a:latin typeface="Arial"/>
                <a:cs typeface="Arial"/>
              </a:rPr>
              <a:t>  </a:t>
            </a:r>
            <a:r>
              <a:rPr sz="2700" dirty="0">
                <a:solidFill>
                  <a:srgbClr val="979C9E"/>
                </a:solidFill>
                <a:latin typeface="Arial"/>
                <a:cs typeface="Arial"/>
              </a:rPr>
              <a:t>-	</a:t>
            </a:r>
            <a:r>
              <a:rPr sz="2550" spc="50" dirty="0">
                <a:solidFill>
                  <a:srgbClr val="979C9E"/>
                </a:solidFill>
                <a:latin typeface="Times New Roman"/>
                <a:cs typeface="Times New Roman"/>
              </a:rPr>
              <a:t>-</a:t>
            </a:r>
            <a:r>
              <a:rPr sz="2550" dirty="0">
                <a:solidFill>
                  <a:srgbClr val="979C9E"/>
                </a:solidFill>
                <a:latin typeface="Times New Roman"/>
                <a:cs typeface="Times New Roman"/>
              </a:rPr>
              <a:t> </a:t>
            </a:r>
            <a:r>
              <a:rPr sz="1700" spc="-35" dirty="0">
                <a:solidFill>
                  <a:srgbClr val="979C9E"/>
                </a:solidFill>
                <a:latin typeface="Arial"/>
                <a:cs typeface="Arial"/>
              </a:rPr>
              <a:t>--</a:t>
            </a:r>
            <a:r>
              <a:rPr sz="1700" spc="-50" dirty="0">
                <a:solidFill>
                  <a:srgbClr val="979C9E"/>
                </a:solidFill>
                <a:latin typeface="Arial"/>
                <a:cs typeface="Arial"/>
              </a:rPr>
              <a:t>-</a:t>
            </a:r>
            <a:r>
              <a:rPr sz="1700" dirty="0">
                <a:solidFill>
                  <a:srgbClr val="979C9E"/>
                </a:solidFill>
                <a:latin typeface="Arial"/>
                <a:cs typeface="Arial"/>
              </a:rPr>
              <a:t>	</a:t>
            </a:r>
            <a:r>
              <a:rPr sz="2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2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2400" spc="-670" dirty="0">
                <a:solidFill>
                  <a:srgbClr val="AEB1B3"/>
                </a:solidFill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06352" y="5976308"/>
            <a:ext cx="49466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10" dirty="0">
                <a:solidFill>
                  <a:srgbClr val="AEB1B3"/>
                </a:solidFill>
                <a:latin typeface="Arial"/>
                <a:cs typeface="Arial"/>
              </a:rPr>
              <a:t>-</a:t>
            </a:r>
            <a:r>
              <a:rPr sz="2050" dirty="0">
                <a:solidFill>
                  <a:srgbClr val="AEB1B3"/>
                </a:solidFill>
                <a:latin typeface="Arial"/>
                <a:cs typeface="Arial"/>
              </a:rPr>
              <a:t>-</a:t>
            </a:r>
            <a:r>
              <a:rPr sz="2050" spc="390" dirty="0">
                <a:solidFill>
                  <a:srgbClr val="AEB1B3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sz="2050" spc="-260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sz="900" spc="-50" dirty="0">
                <a:solidFill>
                  <a:srgbClr val="BDC3C3"/>
                </a:solidFill>
                <a:latin typeface="Times New Roman"/>
                <a:cs typeface="Times New Roman"/>
              </a:rPr>
              <a:t>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95962" y="6208619"/>
            <a:ext cx="14732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BDC3C3"/>
                </a:solidFill>
                <a:latin typeface="Times New Roman"/>
                <a:cs typeface="Times New Roman"/>
              </a:rPr>
              <a:t>•C</a:t>
            </a:r>
            <a:r>
              <a:rPr sz="550" spc="75" dirty="0">
                <a:solidFill>
                  <a:srgbClr val="BDC3C3"/>
                </a:solidFill>
                <a:latin typeface="Times New Roman"/>
                <a:cs typeface="Times New Roman"/>
              </a:rPr>
              <a:t> </a:t>
            </a:r>
            <a:r>
              <a:rPr sz="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89693" y="6208619"/>
            <a:ext cx="66675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2585" algn="l"/>
              </a:tabLst>
            </a:pPr>
            <a:r>
              <a:rPr sz="550" spc="-25" dirty="0">
                <a:solidFill>
                  <a:srgbClr val="AEB1B3"/>
                </a:solidFill>
                <a:latin typeface="Times New Roman"/>
                <a:cs typeface="Times New Roman"/>
              </a:rPr>
              <a:t>\••</a:t>
            </a:r>
            <a:r>
              <a:rPr sz="550" dirty="0">
                <a:solidFill>
                  <a:srgbClr val="AEB1B3"/>
                </a:solidFill>
                <a:latin typeface="Times New Roman"/>
                <a:cs typeface="Times New Roman"/>
              </a:rPr>
              <a:t>	</a:t>
            </a:r>
            <a:r>
              <a:rPr sz="550" spc="175" dirty="0">
                <a:solidFill>
                  <a:srgbClr val="AEB1B3"/>
                </a:solidFill>
                <a:latin typeface="Times New Roman"/>
                <a:cs typeface="Times New Roman"/>
              </a:rPr>
              <a:t>•••·</a:t>
            </a:r>
            <a:r>
              <a:rPr sz="550" spc="325" dirty="0">
                <a:solidFill>
                  <a:srgbClr val="AEB1B3"/>
                </a:solidFill>
                <a:latin typeface="Times New Roman"/>
                <a:cs typeface="Times New Roman"/>
              </a:rPr>
              <a:t> </a:t>
            </a:r>
            <a:r>
              <a:rPr sz="550" spc="130" dirty="0">
                <a:solidFill>
                  <a:srgbClr val="979C9E"/>
                </a:solidFill>
                <a:latin typeface="Times New Roman"/>
                <a:cs typeface="Times New Roman"/>
              </a:rPr>
              <a:t>•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84189" y="6208619"/>
            <a:ext cx="43497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550" spc="114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550" spc="165" dirty="0">
                <a:solidFill>
                  <a:srgbClr val="AEB1B3"/>
                </a:solidFill>
                <a:latin typeface="Times New Roman"/>
                <a:cs typeface="Times New Roman"/>
              </a:rPr>
              <a:t>-</a:t>
            </a:r>
            <a:r>
              <a:rPr sz="550" spc="-50" dirty="0">
                <a:solidFill>
                  <a:srgbClr val="AEB1B3"/>
                </a:solidFill>
                <a:latin typeface="Times New Roman"/>
                <a:cs typeface="Times New Roman"/>
              </a:rPr>
              <a:t>-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95062" y="5968433"/>
            <a:ext cx="2146935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96900" algn="l"/>
                <a:tab pos="975360" algn="l"/>
                <a:tab pos="1388110" algn="l"/>
                <a:tab pos="1726564" algn="l"/>
              </a:tabLst>
            </a:pPr>
            <a:r>
              <a:rPr sz="700" i="1" spc="195" dirty="0">
                <a:solidFill>
                  <a:srgbClr val="BDC3C3"/>
                </a:solidFill>
                <a:latin typeface="Arial"/>
                <a:cs typeface="Arial"/>
              </a:rPr>
              <a:t>•:</a:t>
            </a:r>
            <a:r>
              <a:rPr sz="700" i="1" spc="185" dirty="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sz="1700" spc="480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sz="1700" dirty="0">
                <a:solidFill>
                  <a:srgbClr val="BDC3C3"/>
                </a:solidFill>
                <a:latin typeface="Arial"/>
                <a:cs typeface="Arial"/>
              </a:rPr>
              <a:t>	</a:t>
            </a:r>
            <a:r>
              <a:rPr sz="1450" spc="434" dirty="0">
                <a:solidFill>
                  <a:srgbClr val="BDC3C3"/>
                </a:solidFill>
                <a:latin typeface="Arial"/>
                <a:cs typeface="Arial"/>
              </a:rPr>
              <a:t>•-</a:t>
            </a:r>
            <a:r>
              <a:rPr sz="1450" dirty="0">
                <a:solidFill>
                  <a:srgbClr val="BDC3C3"/>
                </a:solidFill>
                <a:latin typeface="Arial"/>
                <a:cs typeface="Arial"/>
              </a:rPr>
              <a:t>	</a:t>
            </a:r>
            <a:r>
              <a:rPr sz="2200" spc="-135" dirty="0">
                <a:solidFill>
                  <a:srgbClr val="BDC3C3"/>
                </a:solidFill>
                <a:latin typeface="Arial"/>
                <a:cs typeface="Arial"/>
              </a:rPr>
              <a:t>·-</a:t>
            </a:r>
            <a:r>
              <a:rPr sz="2200" spc="-315" dirty="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82BDAF"/>
                </a:solidFill>
                <a:latin typeface="Arial"/>
                <a:cs typeface="Arial"/>
              </a:rPr>
              <a:t>.</a:t>
            </a:r>
            <a:r>
              <a:rPr sz="1800" dirty="0">
                <a:solidFill>
                  <a:srgbClr val="82BDAF"/>
                </a:solidFill>
                <a:latin typeface="Arial"/>
                <a:cs typeface="Arial"/>
              </a:rPr>
              <a:t>	</a:t>
            </a:r>
            <a:r>
              <a:rPr sz="2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2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3300" spc="-550" dirty="0">
                <a:solidFill>
                  <a:srgbClr val="BDC3C3"/>
                </a:solidFill>
                <a:latin typeface="Arial"/>
                <a:cs typeface="Arial"/>
              </a:rPr>
              <a:t>---</a:t>
            </a:r>
            <a:r>
              <a:rPr sz="3300" spc="-340" dirty="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sz="2850" spc="-475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sz="2850" spc="-525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endParaRPr sz="28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81622" y="6397619"/>
            <a:ext cx="84264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6395" algn="l"/>
                <a:tab pos="543560" algn="l"/>
              </a:tabLst>
            </a:pPr>
            <a:r>
              <a:rPr sz="550" spc="-25" dirty="0">
                <a:solidFill>
                  <a:srgbClr val="AEB1B3"/>
                </a:solidFill>
                <a:latin typeface="Times New Roman"/>
                <a:cs typeface="Times New Roman"/>
              </a:rPr>
              <a:t>·-</a:t>
            </a:r>
            <a:r>
              <a:rPr sz="550" dirty="0">
                <a:solidFill>
                  <a:srgbClr val="AEB1B3"/>
                </a:solidFill>
                <a:latin typeface="Times New Roman"/>
                <a:cs typeface="Times New Roman"/>
              </a:rPr>
              <a:t>	</a:t>
            </a:r>
            <a:r>
              <a:rPr sz="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550" spc="270" dirty="0">
                <a:solidFill>
                  <a:srgbClr val="82BDAF"/>
                </a:solidFill>
                <a:latin typeface="Times New Roman"/>
                <a:cs typeface="Times New Roman"/>
              </a:rPr>
              <a:t>.</a:t>
            </a:r>
            <a:r>
              <a:rPr sz="550" spc="270" dirty="0">
                <a:solidFill>
                  <a:srgbClr val="BDC3C3"/>
                </a:solidFill>
                <a:latin typeface="Times New Roman"/>
                <a:cs typeface="Times New Roman"/>
              </a:rPr>
              <a:t>..</a:t>
            </a:r>
            <a:r>
              <a:rPr sz="550" spc="335" dirty="0">
                <a:solidFill>
                  <a:srgbClr val="BDC3C3"/>
                </a:solidFill>
                <a:latin typeface="Times New Roman"/>
                <a:cs typeface="Times New Roman"/>
              </a:rPr>
              <a:t> </a:t>
            </a:r>
            <a:r>
              <a:rPr sz="550" spc="295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5210" y="6397619"/>
            <a:ext cx="61976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5275" algn="l"/>
                <a:tab pos="568960" algn="l"/>
              </a:tabLst>
            </a:pPr>
            <a:r>
              <a:rPr sz="550" spc="305" dirty="0">
                <a:solidFill>
                  <a:srgbClr val="AEB1B3"/>
                </a:solidFill>
                <a:latin typeface="Times New Roman"/>
                <a:cs typeface="Times New Roman"/>
              </a:rPr>
              <a:t>-</a:t>
            </a:r>
            <a:r>
              <a:rPr sz="550" dirty="0">
                <a:solidFill>
                  <a:srgbClr val="AEB1B3"/>
                </a:solidFill>
                <a:latin typeface="Times New Roman"/>
                <a:cs typeface="Times New Roman"/>
              </a:rPr>
              <a:t>	</a:t>
            </a:r>
            <a:r>
              <a:rPr sz="550" spc="295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550" spc="145" dirty="0">
                <a:solidFill>
                  <a:srgbClr val="BDC3C3"/>
                </a:solidFill>
                <a:latin typeface="Times New Roman"/>
                <a:cs typeface="Times New Roman"/>
              </a:rPr>
              <a:t>'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28430" y="6397619"/>
            <a:ext cx="251460" cy="181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ts val="610"/>
              </a:lnSpc>
              <a:spcBef>
                <a:spcPts val="105"/>
              </a:spcBef>
            </a:pPr>
            <a:r>
              <a:rPr sz="550" spc="-25" dirty="0">
                <a:solidFill>
                  <a:srgbClr val="AEB1B3"/>
                </a:solidFill>
                <a:latin typeface="Times New Roman"/>
                <a:cs typeface="Times New Roman"/>
              </a:rPr>
              <a:t>!I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ts val="610"/>
              </a:lnSpc>
            </a:pPr>
            <a:r>
              <a:rPr sz="550" spc="215" dirty="0">
                <a:solidFill>
                  <a:srgbClr val="CF9CAE"/>
                </a:solidFill>
                <a:latin typeface="Arial"/>
                <a:cs typeface="Arial"/>
              </a:rPr>
              <a:t>•</a:t>
            </a:r>
            <a:r>
              <a:rPr sz="550" spc="215" dirty="0">
                <a:solidFill>
                  <a:srgbClr val="AEB1B3"/>
                </a:solidFill>
                <a:latin typeface="Arial"/>
                <a:cs typeface="Arial"/>
              </a:rPr>
              <a:t>•</a:t>
            </a:r>
            <a:r>
              <a:rPr sz="550" spc="80" dirty="0">
                <a:solidFill>
                  <a:srgbClr val="AEB1B3"/>
                </a:solidFill>
                <a:latin typeface="Arial"/>
                <a:cs typeface="Arial"/>
              </a:rPr>
              <a:t> </a:t>
            </a:r>
            <a:r>
              <a:rPr sz="550" spc="60" dirty="0">
                <a:solidFill>
                  <a:srgbClr val="AEB1B3"/>
                </a:solidFill>
                <a:latin typeface="Arial"/>
                <a:cs typeface="Arial"/>
              </a:rPr>
              <a:t>fl</a:t>
            </a:r>
            <a:r>
              <a:rPr sz="550" spc="60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endParaRPr sz="5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61626" y="6464556"/>
            <a:ext cx="821055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22909" algn="l"/>
                <a:tab pos="586740" algn="l"/>
                <a:tab pos="784860" algn="l"/>
              </a:tabLst>
            </a:pPr>
            <a:r>
              <a:rPr sz="550" dirty="0">
                <a:solidFill>
                  <a:srgbClr val="AEB1B3"/>
                </a:solidFill>
                <a:latin typeface="Times New Roman"/>
                <a:cs typeface="Times New Roman"/>
              </a:rPr>
              <a:t>I</a:t>
            </a:r>
            <a:r>
              <a:rPr sz="550" spc="300" dirty="0">
                <a:solidFill>
                  <a:srgbClr val="AEB1B3"/>
                </a:solidFill>
                <a:latin typeface="Times New Roman"/>
                <a:cs typeface="Times New Roman"/>
              </a:rPr>
              <a:t> </a:t>
            </a:r>
            <a:r>
              <a:rPr sz="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550" spc="-50" dirty="0">
                <a:solidFill>
                  <a:srgbClr val="82BDAF"/>
                </a:solidFill>
                <a:latin typeface="Times New Roman"/>
                <a:cs typeface="Times New Roman"/>
              </a:rPr>
              <a:t>•</a:t>
            </a:r>
            <a:r>
              <a:rPr sz="550" dirty="0">
                <a:solidFill>
                  <a:srgbClr val="82BDAF"/>
                </a:solidFill>
                <a:latin typeface="Times New Roman"/>
                <a:cs typeface="Times New Roman"/>
              </a:rPr>
              <a:t>	</a:t>
            </a:r>
            <a:r>
              <a:rPr sz="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80017" y="6464556"/>
            <a:ext cx="596265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50520" algn="l"/>
                <a:tab pos="570230" algn="l"/>
              </a:tabLst>
            </a:pPr>
            <a:r>
              <a:rPr sz="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550" spc="-1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550" dirty="0">
                <a:solidFill>
                  <a:srgbClr val="BDC3C3"/>
                </a:solidFill>
                <a:latin typeface="Times New Roman"/>
                <a:cs typeface="Times New Roman"/>
              </a:rPr>
              <a:t>	</a:t>
            </a:r>
            <a:r>
              <a:rPr sz="550" spc="-50" dirty="0">
                <a:solidFill>
                  <a:srgbClr val="BDC3C3"/>
                </a:solidFill>
                <a:latin typeface="Times New Roman"/>
                <a:cs typeface="Times New Roman"/>
              </a:rPr>
              <a:t>'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31340" y="6452744"/>
            <a:ext cx="56515" cy="186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BDC3C3"/>
                </a:solidFill>
                <a:latin typeface="Times New Roman"/>
                <a:cs typeface="Times New Roman"/>
              </a:rPr>
              <a:t>,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15094" y="6251931"/>
            <a:ext cx="627380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00990" algn="l"/>
              </a:tabLst>
            </a:pPr>
            <a:r>
              <a:rPr sz="2900" spc="-70" dirty="0">
                <a:solidFill>
                  <a:srgbClr val="AEB1B3"/>
                </a:solidFill>
                <a:latin typeface="Times New Roman"/>
                <a:cs typeface="Times New Roman"/>
              </a:rPr>
              <a:t>-</a:t>
            </a:r>
            <a:r>
              <a:rPr sz="2900" dirty="0">
                <a:solidFill>
                  <a:srgbClr val="AEB1B3"/>
                </a:solidFill>
                <a:latin typeface="Times New Roman"/>
                <a:cs typeface="Times New Roman"/>
              </a:rPr>
              <a:t>	</a:t>
            </a:r>
            <a:r>
              <a:rPr sz="3300" spc="-8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r>
              <a:rPr sz="3300" spc="-45" dirty="0">
                <a:solidFill>
                  <a:srgbClr val="BDC3C3"/>
                </a:solidFill>
                <a:latin typeface="Times New Roman"/>
                <a:cs typeface="Times New Roman"/>
              </a:rPr>
              <a:t> </a:t>
            </a:r>
            <a:r>
              <a:rPr sz="2700" spc="-725" dirty="0">
                <a:solidFill>
                  <a:srgbClr val="BDC3C3"/>
                </a:solidFill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230097" y="6984305"/>
            <a:ext cx="1045844" cy="549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30250" algn="l"/>
              </a:tabLst>
            </a:pPr>
            <a:r>
              <a:rPr sz="3600" baseline="-17361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sz="3600" spc="217" baseline="-17361" dirty="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sz="5175" baseline="-12077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sz="5175" spc="-307" baseline="-12077" dirty="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BDC3C3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BDC3C3"/>
                </a:solidFill>
                <a:latin typeface="Arial"/>
                <a:cs typeface="Arial"/>
              </a:rPr>
              <a:t>	</a:t>
            </a:r>
            <a:r>
              <a:rPr sz="2100" dirty="0">
                <a:solidFill>
                  <a:srgbClr val="BDC3C3"/>
                </a:solidFill>
                <a:latin typeface="Arial"/>
                <a:cs typeface="Arial"/>
              </a:rPr>
              <a:t>.</a:t>
            </a:r>
            <a:r>
              <a:rPr sz="2100" spc="210" dirty="0">
                <a:solidFill>
                  <a:srgbClr val="BDC3C3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BDC3C3"/>
                </a:solidFill>
                <a:latin typeface="Times New Roman"/>
                <a:cs typeface="Times New Roman"/>
              </a:rPr>
              <a:t>-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37814" y="6937055"/>
            <a:ext cx="408305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55" dirty="0">
                <a:solidFill>
                  <a:srgbClr val="979C9E"/>
                </a:solidFill>
                <a:latin typeface="Arial"/>
                <a:cs typeface="Arial"/>
              </a:rPr>
              <a:t>-</a:t>
            </a:r>
            <a:r>
              <a:rPr sz="2050" dirty="0">
                <a:solidFill>
                  <a:srgbClr val="979C9E"/>
                </a:solidFill>
                <a:latin typeface="Arial"/>
                <a:cs typeface="Arial"/>
              </a:rPr>
              <a:t>-</a:t>
            </a:r>
            <a:r>
              <a:rPr sz="2050" spc="370" dirty="0">
                <a:solidFill>
                  <a:srgbClr val="979C9E"/>
                </a:solidFill>
                <a:latin typeface="Arial"/>
                <a:cs typeface="Arial"/>
              </a:rPr>
              <a:t> </a:t>
            </a:r>
            <a:r>
              <a:rPr sz="2750" spc="-130" dirty="0">
                <a:solidFill>
                  <a:srgbClr val="979C9E"/>
                </a:solidFill>
                <a:latin typeface="Arial"/>
                <a:cs typeface="Arial"/>
              </a:rPr>
              <a:t>-</a:t>
            </a:r>
            <a:endParaRPr sz="27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432274" y="4586374"/>
            <a:ext cx="48977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114" dirty="0">
                <a:solidFill>
                  <a:srgbClr val="AA2A2D"/>
                </a:solidFill>
                <a:latin typeface="Arial"/>
                <a:cs typeface="Arial"/>
              </a:rPr>
              <a:t>Massive</a:t>
            </a:r>
            <a:r>
              <a:rPr sz="4400" b="1" spc="-14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400" b="1" spc="75" dirty="0">
                <a:solidFill>
                  <a:srgbClr val="AA2A2D"/>
                </a:solidFill>
                <a:latin typeface="Arial"/>
                <a:cs typeface="Arial"/>
              </a:rPr>
              <a:t>Visibility</a:t>
            </a:r>
            <a:endParaRPr sz="4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440623" y="5633521"/>
            <a:ext cx="8771255" cy="2504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6350">
              <a:lnSpc>
                <a:spcPct val="122600"/>
              </a:lnSpc>
              <a:spcBef>
                <a:spcPts val="120"/>
              </a:spcBef>
            </a:pPr>
            <a:r>
              <a:rPr sz="3300" spc="140" dirty="0">
                <a:solidFill>
                  <a:srgbClr val="333F4D"/>
                </a:solidFill>
                <a:latin typeface="Arial"/>
                <a:cs typeface="Arial"/>
              </a:rPr>
              <a:t>Driving</a:t>
            </a:r>
            <a:r>
              <a:rPr sz="3300" spc="-44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333F4D"/>
                </a:solidFill>
                <a:latin typeface="Arial"/>
                <a:cs typeface="Arial"/>
              </a:rPr>
              <a:t>large</a:t>
            </a:r>
            <a:r>
              <a:rPr sz="3300" spc="-22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F4D"/>
                </a:solidFill>
                <a:latin typeface="Arial"/>
                <a:cs typeface="Arial"/>
              </a:rPr>
              <a:t>TV</a:t>
            </a:r>
            <a:r>
              <a:rPr sz="3300" spc="-38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333F4D"/>
                </a:solidFill>
                <a:latin typeface="Arial"/>
                <a:cs typeface="Arial"/>
              </a:rPr>
              <a:t>displays</a:t>
            </a:r>
            <a:r>
              <a:rPr sz="3300" spc="-17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160" dirty="0">
                <a:solidFill>
                  <a:srgbClr val="333F4D"/>
                </a:solidFill>
                <a:latin typeface="Arial"/>
                <a:cs typeface="Arial"/>
              </a:rPr>
              <a:t>on</a:t>
            </a:r>
            <a:r>
              <a:rPr sz="3300" spc="-30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333F4D"/>
                </a:solidFill>
                <a:latin typeface="Arial"/>
                <a:cs typeface="Arial"/>
              </a:rPr>
              <a:t>assembly</a:t>
            </a:r>
            <a:r>
              <a:rPr sz="3300" spc="-13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333F4D"/>
                </a:solidFill>
                <a:latin typeface="Arial"/>
                <a:cs typeface="Arial"/>
              </a:rPr>
              <a:t>lines </a:t>
            </a:r>
            <a:r>
              <a:rPr sz="3300" spc="55" dirty="0">
                <a:solidFill>
                  <a:srgbClr val="333F4D"/>
                </a:solidFill>
                <a:latin typeface="Arial"/>
                <a:cs typeface="Arial"/>
              </a:rPr>
              <a:t>using</a:t>
            </a:r>
            <a:r>
              <a:rPr sz="3300" spc="-56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50" spc="114" dirty="0">
                <a:solidFill>
                  <a:srgbClr val="033160"/>
                </a:solidFill>
                <a:latin typeface="Arial"/>
                <a:cs typeface="Arial"/>
              </a:rPr>
              <a:t>Chromium</a:t>
            </a:r>
            <a:r>
              <a:rPr sz="3350" spc="-10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3350" spc="95" dirty="0">
                <a:solidFill>
                  <a:srgbClr val="033160"/>
                </a:solidFill>
                <a:latin typeface="Arial"/>
                <a:cs typeface="Arial"/>
              </a:rPr>
              <a:t>Kiosk</a:t>
            </a:r>
            <a:r>
              <a:rPr sz="3350" spc="-32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3350" spc="140" dirty="0">
                <a:solidFill>
                  <a:srgbClr val="033160"/>
                </a:solidFill>
                <a:latin typeface="Arial"/>
                <a:cs typeface="Arial"/>
              </a:rPr>
              <a:t>Mode</a:t>
            </a:r>
            <a:r>
              <a:rPr sz="3350" spc="-27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3300" spc="160" dirty="0">
                <a:solidFill>
                  <a:srgbClr val="333F4D"/>
                </a:solidFill>
                <a:latin typeface="Arial"/>
                <a:cs typeface="Arial"/>
              </a:rPr>
              <a:t>on</a:t>
            </a:r>
            <a:r>
              <a:rPr sz="3300" spc="-25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F4D"/>
                </a:solidFill>
                <a:latin typeface="Arial"/>
                <a:cs typeface="Arial"/>
              </a:rPr>
              <a:t>Raspberry</a:t>
            </a:r>
            <a:r>
              <a:rPr sz="3300" spc="4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333F4D"/>
                </a:solidFill>
                <a:latin typeface="Arial"/>
                <a:cs typeface="Arial"/>
              </a:rPr>
              <a:t>Pi </a:t>
            </a:r>
            <a:r>
              <a:rPr sz="3300" dirty="0">
                <a:solidFill>
                  <a:srgbClr val="333F4D"/>
                </a:solidFill>
                <a:latin typeface="Arial"/>
                <a:cs typeface="Arial"/>
              </a:rPr>
              <a:t>edge</a:t>
            </a:r>
            <a:r>
              <a:rPr sz="3300" spc="-19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F4D"/>
                </a:solidFill>
                <a:latin typeface="Arial"/>
                <a:cs typeface="Arial"/>
              </a:rPr>
              <a:t>nodes.</a:t>
            </a:r>
            <a:r>
              <a:rPr sz="3300" spc="-254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F4D"/>
                </a:solidFill>
                <a:latin typeface="Arial"/>
                <a:cs typeface="Arial"/>
              </a:rPr>
              <a:t>Displays</a:t>
            </a:r>
            <a:r>
              <a:rPr sz="3300" spc="-12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55" dirty="0">
                <a:solidFill>
                  <a:srgbClr val="333F4D"/>
                </a:solidFill>
                <a:latin typeface="Arial"/>
                <a:cs typeface="Arial"/>
              </a:rPr>
              <a:t>live</a:t>
            </a:r>
            <a:r>
              <a:rPr sz="3300" spc="-24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114" dirty="0">
                <a:solidFill>
                  <a:srgbClr val="333F4D"/>
                </a:solidFill>
                <a:latin typeface="Arial"/>
                <a:cs typeface="Arial"/>
              </a:rPr>
              <a:t>production</a:t>
            </a:r>
            <a:r>
              <a:rPr sz="3300" spc="-17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70" dirty="0">
                <a:solidFill>
                  <a:srgbClr val="333F4D"/>
                </a:solidFill>
                <a:latin typeface="Arial"/>
                <a:cs typeface="Arial"/>
              </a:rPr>
              <a:t>counts </a:t>
            </a:r>
            <a:r>
              <a:rPr sz="3300" spc="-65" dirty="0">
                <a:solidFill>
                  <a:srgbClr val="333F4D"/>
                </a:solidFill>
                <a:latin typeface="Arial"/>
                <a:cs typeface="Arial"/>
              </a:rPr>
              <a:t>vs.</a:t>
            </a:r>
            <a:r>
              <a:rPr sz="3300" spc="-39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300" spc="45" dirty="0">
                <a:solidFill>
                  <a:srgbClr val="333F4D"/>
                </a:solidFill>
                <a:latin typeface="Arial"/>
                <a:cs typeface="Arial"/>
              </a:rPr>
              <a:t>targets.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27085"/>
            <a:ext cx="2768632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1836" y="1827085"/>
            <a:ext cx="582042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801" y="1842831"/>
            <a:ext cx="676427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2695" y="1858581"/>
            <a:ext cx="157308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8658" y="1827085"/>
            <a:ext cx="2092205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13790" y="1842831"/>
            <a:ext cx="1746126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83532" y="1842831"/>
            <a:ext cx="534849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31603" y="4772324"/>
            <a:ext cx="534849" cy="53549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3" name="object 13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55" dirty="0">
                <a:solidFill>
                  <a:srgbClr val="979997"/>
                </a:solidFill>
                <a:latin typeface="Times New Roman"/>
                <a:cs typeface="Times New Roman"/>
              </a:rPr>
              <a:t>600</a:t>
            </a:r>
            <a:r>
              <a:rPr sz="1900" b="1" spc="305" dirty="0">
                <a:solidFill>
                  <a:srgbClr val="979997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79997"/>
                </a:solidFill>
                <a:latin typeface="Arial"/>
                <a:cs typeface="Arial"/>
              </a:rPr>
              <a:t>X</a:t>
            </a:r>
            <a:r>
              <a:rPr sz="1050" b="1" spc="420" dirty="0">
                <a:solidFill>
                  <a:srgbClr val="979997"/>
                </a:solidFill>
                <a:latin typeface="Arial"/>
                <a:cs typeface="Arial"/>
              </a:rPr>
              <a:t> </a:t>
            </a:r>
            <a:r>
              <a:rPr sz="1900" b="1" spc="30" dirty="0">
                <a:solidFill>
                  <a:srgbClr val="979997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79997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79997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79997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96702" y="1779738"/>
            <a:ext cx="236220" cy="673735"/>
          </a:xfrm>
          <a:prstGeom prst="rect">
            <a:avLst/>
          </a:prstGeom>
          <a:solidFill>
            <a:srgbClr val="033160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220" dirty="0">
                <a:solidFill>
                  <a:srgbClr val="FBFDFB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34396" y="1836153"/>
            <a:ext cx="314960" cy="774065"/>
          </a:xfrm>
          <a:prstGeom prst="rect">
            <a:avLst/>
          </a:prstGeom>
          <a:solidFill>
            <a:srgbClr val="033160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4450" spc="260" dirty="0">
                <a:solidFill>
                  <a:srgbClr val="FBFDF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843" y="4613936"/>
            <a:ext cx="3317240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b="1" spc="65" dirty="0">
                <a:solidFill>
                  <a:srgbClr val="AA2A2D"/>
                </a:solidFill>
                <a:latin typeface="Arial"/>
                <a:cs typeface="Arial"/>
              </a:rPr>
              <a:t>Energy</a:t>
            </a:r>
            <a:r>
              <a:rPr sz="4300" b="1" spc="-16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00" b="1" spc="110" dirty="0">
                <a:solidFill>
                  <a:srgbClr val="AA2A2D"/>
                </a:solidFill>
                <a:latin typeface="Arial"/>
                <a:cs typeface="Arial"/>
              </a:rPr>
              <a:t>Anal</a:t>
            </a:r>
            <a:endParaRPr sz="43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71403" y="4507624"/>
            <a:ext cx="177800" cy="51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15" dirty="0">
                <a:solidFill>
                  <a:srgbClr val="AA2A2D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65803" y="4743874"/>
            <a:ext cx="733425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b="1" spc="75" dirty="0">
                <a:solidFill>
                  <a:srgbClr val="AA2A2D"/>
                </a:solidFill>
                <a:latin typeface="Arial"/>
                <a:cs typeface="Arial"/>
              </a:rPr>
              <a:t>ICS</a:t>
            </a:r>
            <a:endParaRPr sz="3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06128" y="4739936"/>
            <a:ext cx="3659504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5" dirty="0">
                <a:solidFill>
                  <a:srgbClr val="979997"/>
                </a:solidFill>
                <a:latin typeface="Arial"/>
                <a:cs typeface="Arial"/>
              </a:rPr>
              <a:t>�</a:t>
            </a:r>
            <a:r>
              <a:rPr sz="1950" spc="-105" dirty="0">
                <a:solidFill>
                  <a:srgbClr val="0F0A13"/>
                </a:solidFill>
                <a:latin typeface="Arial"/>
                <a:cs typeface="Arial"/>
              </a:rPr>
              <a:t>Smart</a:t>
            </a:r>
            <a:r>
              <a:rPr sz="1950" spc="65" dirty="0">
                <a:solidFill>
                  <a:srgbClr val="0F0A1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0F0A13"/>
                </a:solidFill>
                <a:latin typeface="Arial"/>
                <a:cs typeface="Arial"/>
              </a:rPr>
              <a:t>Grid</a:t>
            </a:r>
            <a:r>
              <a:rPr sz="1950" spc="-150" dirty="0">
                <a:solidFill>
                  <a:srgbClr val="0F0A1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0F0A13"/>
                </a:solidFill>
                <a:latin typeface="Arial"/>
                <a:cs typeface="Arial"/>
              </a:rPr>
              <a:t>Analytics</a:t>
            </a:r>
            <a:r>
              <a:rPr sz="1950" spc="-114" dirty="0">
                <a:solidFill>
                  <a:srgbClr val="0F0A13"/>
                </a:solidFill>
                <a:latin typeface="Arial"/>
                <a:cs typeface="Arial"/>
              </a:rPr>
              <a:t> </a:t>
            </a:r>
            <a:r>
              <a:rPr sz="1950" spc="-45" dirty="0">
                <a:solidFill>
                  <a:srgbClr val="0F0A13"/>
                </a:solidFill>
                <a:latin typeface="Arial"/>
                <a:cs typeface="Arial"/>
              </a:rPr>
              <a:t>Dashboard</a:t>
            </a:r>
            <a:endParaRPr sz="1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7786" y="5621145"/>
            <a:ext cx="8082280" cy="251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295275" indent="3810">
              <a:lnSpc>
                <a:spcPct val="129200"/>
              </a:lnSpc>
              <a:spcBef>
                <a:spcPts val="95"/>
              </a:spcBef>
            </a:pPr>
            <a:r>
              <a:rPr sz="3200" spc="55" dirty="0">
                <a:solidFill>
                  <a:srgbClr val="343D4D"/>
                </a:solidFill>
                <a:latin typeface="Arial"/>
                <a:cs typeface="Arial"/>
              </a:rPr>
              <a:t>Balancing</a:t>
            </a:r>
            <a:r>
              <a:rPr sz="3200" spc="-204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43D4D"/>
                </a:solidFill>
                <a:latin typeface="Arial"/>
                <a:cs typeface="Arial"/>
              </a:rPr>
              <a:t>load</a:t>
            </a:r>
            <a:r>
              <a:rPr sz="3200" spc="-18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across</a:t>
            </a:r>
            <a:r>
              <a:rPr sz="3200" spc="-12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10" dirty="0">
                <a:solidFill>
                  <a:srgbClr val="343D4D"/>
                </a:solidFill>
                <a:latin typeface="Arial"/>
                <a:cs typeface="Arial"/>
              </a:rPr>
              <a:t>renewable</a:t>
            </a:r>
            <a:r>
              <a:rPr sz="3200" spc="-7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43D4D"/>
                </a:solidFill>
                <a:latin typeface="Arial"/>
                <a:cs typeface="Arial"/>
              </a:rPr>
              <a:t>sources </a:t>
            </a:r>
            <a:r>
              <a:rPr sz="3200" spc="100" dirty="0">
                <a:solidFill>
                  <a:srgbClr val="343D4D"/>
                </a:solidFill>
                <a:latin typeface="Arial"/>
                <a:cs typeface="Arial"/>
              </a:rPr>
              <a:t>using</a:t>
            </a:r>
            <a:r>
              <a:rPr sz="3200" spc="-434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50" dirty="0">
                <a:solidFill>
                  <a:srgbClr val="343D4D"/>
                </a:solidFill>
                <a:latin typeface="Arial"/>
                <a:cs typeface="Arial"/>
              </a:rPr>
              <a:t>high-</a:t>
            </a:r>
            <a:r>
              <a:rPr sz="3200" spc="145" dirty="0">
                <a:solidFill>
                  <a:srgbClr val="343D4D"/>
                </a:solidFill>
                <a:latin typeface="Arial"/>
                <a:cs typeface="Arial"/>
              </a:rPr>
              <a:t>resolution</a:t>
            </a:r>
            <a:r>
              <a:rPr sz="3200" spc="-30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30" dirty="0">
                <a:solidFill>
                  <a:srgbClr val="343D4D"/>
                </a:solidFill>
                <a:latin typeface="Arial"/>
                <a:cs typeface="Arial"/>
              </a:rPr>
              <a:t>cloud</a:t>
            </a:r>
            <a:r>
              <a:rPr sz="3200" spc="-16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43D4D"/>
                </a:solidFill>
                <a:latin typeface="Arial"/>
                <a:cs typeface="Arial"/>
              </a:rPr>
              <a:t>dashboards.</a:t>
            </a:r>
            <a:endParaRPr sz="3200">
              <a:latin typeface="Arial"/>
              <a:cs typeface="Arial"/>
            </a:endParaRPr>
          </a:p>
          <a:p>
            <a:pPr marL="12700" marR="5080" indent="1270">
              <a:lnSpc>
                <a:spcPts val="4840"/>
              </a:lnSpc>
              <a:spcBef>
                <a:spcPts val="125"/>
              </a:spcBef>
            </a:pP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Visualizes</a:t>
            </a:r>
            <a:r>
              <a:rPr sz="3200" spc="-2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343D4D"/>
                </a:solidFill>
                <a:latin typeface="Arial"/>
                <a:cs typeface="Arial"/>
              </a:rPr>
              <a:t>demand</a:t>
            </a:r>
            <a:r>
              <a:rPr sz="3200" spc="3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spikes</a:t>
            </a:r>
            <a:r>
              <a:rPr sz="3200" spc="-4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65" dirty="0">
                <a:solidFill>
                  <a:srgbClr val="343D4D"/>
                </a:solidFill>
                <a:latin typeface="Arial"/>
                <a:cs typeface="Arial"/>
              </a:rPr>
              <a:t>and</a:t>
            </a:r>
            <a:r>
              <a:rPr sz="3200" spc="-10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25" dirty="0">
                <a:solidFill>
                  <a:srgbClr val="343D4D"/>
                </a:solidFill>
                <a:latin typeface="Arial"/>
                <a:cs typeface="Arial"/>
              </a:rPr>
              <a:t>grid</a:t>
            </a:r>
            <a:r>
              <a:rPr sz="3200" spc="-1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43D4D"/>
                </a:solidFill>
                <a:latin typeface="Arial"/>
                <a:cs typeface="Arial"/>
              </a:rPr>
              <a:t>stability </a:t>
            </a:r>
            <a:r>
              <a:rPr sz="3200" spc="80" dirty="0">
                <a:solidFill>
                  <a:srgbClr val="343D4D"/>
                </a:solidFill>
                <a:latin typeface="Arial"/>
                <a:cs typeface="Arial"/>
              </a:rPr>
              <a:t>metrics.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970" y="1842831"/>
            <a:ext cx="2328168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4062" y="1842831"/>
            <a:ext cx="471926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4759" y="1842831"/>
            <a:ext cx="1384316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1999" y="1842831"/>
            <a:ext cx="1761857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94645" y="1858581"/>
            <a:ext cx="369675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27242" y="1842831"/>
            <a:ext cx="1038237" cy="58274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32622" y="4236825"/>
            <a:ext cx="8243570" cy="4993005"/>
            <a:chOff x="1132622" y="4236825"/>
            <a:chExt cx="8243570" cy="499300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2622" y="4236825"/>
              <a:ext cx="8242971" cy="23782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19356" y="4977073"/>
              <a:ext cx="1856242" cy="787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2622" y="6630818"/>
              <a:ext cx="8242971" cy="25987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2622" y="7623066"/>
              <a:ext cx="5914806" cy="45674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85710" y="1858581"/>
            <a:ext cx="519118" cy="56699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083486" y="1842831"/>
            <a:ext cx="676427" cy="58274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822837" y="1858581"/>
            <a:ext cx="157308" cy="56699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75383" y="6646567"/>
            <a:ext cx="0" cy="362585"/>
          </a:xfrm>
          <a:custGeom>
            <a:avLst/>
            <a:gdLst/>
            <a:ahLst/>
            <a:cxnLst/>
            <a:rect l="l" t="t" r="r" b="b"/>
            <a:pathLst>
              <a:path h="362584">
                <a:moveTo>
                  <a:pt x="0" y="36224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03480" y="6819817"/>
            <a:ext cx="0" cy="582930"/>
          </a:xfrm>
          <a:custGeom>
            <a:avLst/>
            <a:gdLst/>
            <a:ahLst/>
            <a:cxnLst/>
            <a:rect l="l" t="t" r="r" b="b"/>
            <a:pathLst>
              <a:path h="582929">
                <a:moveTo>
                  <a:pt x="0" y="582748"/>
                </a:moveTo>
                <a:lnTo>
                  <a:pt x="0" y="0"/>
                </a:lnTo>
              </a:path>
            </a:pathLst>
          </a:custGeom>
          <a:ln w="39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25963" y="6835566"/>
            <a:ext cx="0" cy="567055"/>
          </a:xfrm>
          <a:custGeom>
            <a:avLst/>
            <a:gdLst/>
            <a:ahLst/>
            <a:cxnLst/>
            <a:rect l="l" t="t" r="r" b="b"/>
            <a:pathLst>
              <a:path h="567054">
                <a:moveTo>
                  <a:pt x="0" y="56699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40580" y="6835566"/>
            <a:ext cx="0" cy="567055"/>
          </a:xfrm>
          <a:custGeom>
            <a:avLst/>
            <a:gdLst/>
            <a:ahLst/>
            <a:cxnLst/>
            <a:rect l="l" t="t" r="r" b="b"/>
            <a:pathLst>
              <a:path h="567054">
                <a:moveTo>
                  <a:pt x="0" y="56699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50696" y="6867066"/>
            <a:ext cx="0" cy="535940"/>
          </a:xfrm>
          <a:custGeom>
            <a:avLst/>
            <a:gdLst/>
            <a:ahLst/>
            <a:cxnLst/>
            <a:rect l="l" t="t" r="r" b="b"/>
            <a:pathLst>
              <a:path h="535940">
                <a:moveTo>
                  <a:pt x="0" y="53549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56335" y="6882816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47356" y="6882816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39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85569" y="6882816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31648" y="6882816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49630" y="6882816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73249" y="661506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67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724943" y="661506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6748"/>
                </a:moveTo>
                <a:lnTo>
                  <a:pt x="0" y="0"/>
                </a:lnTo>
              </a:path>
            </a:pathLst>
          </a:custGeom>
          <a:ln w="62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04734" y="8079813"/>
            <a:ext cx="0" cy="473075"/>
          </a:xfrm>
          <a:custGeom>
            <a:avLst/>
            <a:gdLst/>
            <a:ahLst/>
            <a:cxnLst/>
            <a:rect l="l" t="t" r="r" b="b"/>
            <a:pathLst>
              <a:path h="473075">
                <a:moveTo>
                  <a:pt x="0" y="472498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722762" y="5197570"/>
            <a:ext cx="0" cy="803275"/>
          </a:xfrm>
          <a:custGeom>
            <a:avLst/>
            <a:gdLst/>
            <a:ahLst/>
            <a:cxnLst/>
            <a:rect l="l" t="t" r="r" b="b"/>
            <a:pathLst>
              <a:path h="803275">
                <a:moveTo>
                  <a:pt x="0" y="803247"/>
                </a:moveTo>
                <a:lnTo>
                  <a:pt x="0" y="0"/>
                </a:lnTo>
              </a:path>
            </a:pathLst>
          </a:custGeom>
          <a:ln w="62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33" name="object 33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57589" y="6237068"/>
            <a:ext cx="314960" cy="0"/>
          </a:xfrm>
          <a:custGeom>
            <a:avLst/>
            <a:gdLst/>
            <a:ahLst/>
            <a:cxnLst/>
            <a:rect l="l" t="t" r="r" b="b"/>
            <a:pathLst>
              <a:path w="314959">
                <a:moveTo>
                  <a:pt x="0" y="0"/>
                </a:moveTo>
                <a:lnTo>
                  <a:pt x="314617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67518" y="6662317"/>
            <a:ext cx="723900" cy="0"/>
          </a:xfrm>
          <a:custGeom>
            <a:avLst/>
            <a:gdLst/>
            <a:ahLst/>
            <a:cxnLst/>
            <a:rect l="l" t="t" r="r" b="b"/>
            <a:pathLst>
              <a:path w="723900">
                <a:moveTo>
                  <a:pt x="0" y="0"/>
                </a:moveTo>
                <a:lnTo>
                  <a:pt x="723619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37263" y="6678066"/>
            <a:ext cx="314960" cy="0"/>
          </a:xfrm>
          <a:custGeom>
            <a:avLst/>
            <a:gdLst/>
            <a:ahLst/>
            <a:cxnLst/>
            <a:rect l="l" t="t" r="r" b="b"/>
            <a:pathLst>
              <a:path w="314960">
                <a:moveTo>
                  <a:pt x="0" y="0"/>
                </a:moveTo>
                <a:lnTo>
                  <a:pt x="31461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734989" y="6670192"/>
            <a:ext cx="676910" cy="0"/>
          </a:xfrm>
          <a:custGeom>
            <a:avLst/>
            <a:gdLst/>
            <a:ahLst/>
            <a:cxnLst/>
            <a:rect l="l" t="t" r="r" b="b"/>
            <a:pathLst>
              <a:path w="676910">
                <a:moveTo>
                  <a:pt x="0" y="0"/>
                </a:moveTo>
                <a:lnTo>
                  <a:pt x="67642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00233" y="7630939"/>
            <a:ext cx="1085850" cy="0"/>
          </a:xfrm>
          <a:custGeom>
            <a:avLst/>
            <a:gdLst/>
            <a:ahLst/>
            <a:cxnLst/>
            <a:rect l="l" t="t" r="r" b="b"/>
            <a:pathLst>
              <a:path w="1085850">
                <a:moveTo>
                  <a:pt x="0" y="0"/>
                </a:moveTo>
                <a:lnTo>
                  <a:pt x="1085429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83249" y="8095563"/>
            <a:ext cx="1667510" cy="0"/>
          </a:xfrm>
          <a:custGeom>
            <a:avLst/>
            <a:gdLst/>
            <a:ahLst/>
            <a:cxnLst/>
            <a:rect l="l" t="t" r="r" b="b"/>
            <a:pathLst>
              <a:path w="1667510">
                <a:moveTo>
                  <a:pt x="0" y="0"/>
                </a:moveTo>
                <a:lnTo>
                  <a:pt x="1667471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7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22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1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1150" b="1" spc="27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900" b="1" spc="5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456371" y="637076"/>
            <a:ext cx="7962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1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950" b="1" spc="6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62573" y="4991936"/>
            <a:ext cx="466090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125" dirty="0">
                <a:solidFill>
                  <a:srgbClr val="676D80"/>
                </a:solidFill>
                <a:latin typeface="Arial"/>
                <a:cs typeface="Arial"/>
              </a:rPr>
              <a:t>clurwell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52865" y="5558934"/>
            <a:ext cx="21082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50" spc="459" dirty="0">
                <a:solidFill>
                  <a:srgbClr val="545B6D"/>
                </a:solidFill>
                <a:latin typeface="Arial"/>
                <a:cs typeface="Arial"/>
              </a:rPr>
              <a:t>►</a:t>
            </a:r>
            <a:endParaRPr sz="11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72319" y="4795061"/>
            <a:ext cx="123189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000" spc="-395" dirty="0">
                <a:solidFill>
                  <a:srgbClr val="7C879C"/>
                </a:solidFill>
                <a:latin typeface="Arial"/>
                <a:cs typeface="Arial"/>
              </a:rPr>
              <a:t>..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53442" y="5712496"/>
            <a:ext cx="352425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4500" spc="-975" baseline="-25000" dirty="0">
                <a:solidFill>
                  <a:srgbClr val="7C879C"/>
                </a:solidFill>
                <a:latin typeface="Arial"/>
                <a:cs typeface="Arial"/>
              </a:rPr>
              <a:t>·</a:t>
            </a:r>
            <a:r>
              <a:rPr sz="1450" spc="-120" dirty="0">
                <a:solidFill>
                  <a:srgbClr val="6B72AC"/>
                </a:solidFill>
                <a:latin typeface="Arial"/>
                <a:cs typeface="Arial"/>
              </a:rPr>
              <a:t>,</a:t>
            </a:r>
            <a:r>
              <a:rPr sz="2025" spc="-427" baseline="2057" dirty="0">
                <a:solidFill>
                  <a:srgbClr val="7C879C"/>
                </a:solidFill>
                <a:latin typeface="Arial"/>
                <a:cs typeface="Arial"/>
              </a:rPr>
              <a:t>•</a:t>
            </a:r>
            <a:r>
              <a:rPr sz="1450" spc="-345" dirty="0">
                <a:solidFill>
                  <a:srgbClr val="4D569C"/>
                </a:solidFill>
                <a:latin typeface="Arial"/>
                <a:cs typeface="Arial"/>
              </a:rPr>
              <a:t>.</a:t>
            </a:r>
            <a:r>
              <a:rPr sz="4500" spc="-907" baseline="-25000" dirty="0">
                <a:solidFill>
                  <a:srgbClr val="7C879C"/>
                </a:solidFill>
                <a:latin typeface="Arial"/>
                <a:cs typeface="Arial"/>
              </a:rPr>
              <a:t>-</a:t>
            </a:r>
            <a:r>
              <a:rPr sz="1450" spc="-75" dirty="0">
                <a:solidFill>
                  <a:srgbClr val="4D569C"/>
                </a:solidFill>
                <a:latin typeface="Arial"/>
                <a:cs typeface="Arial"/>
              </a:rPr>
              <a:t>,</a:t>
            </a:r>
            <a:r>
              <a:rPr sz="1700" spc="-75" dirty="0">
                <a:solidFill>
                  <a:srgbClr val="6B72AC"/>
                </a:solidFill>
                <a:latin typeface="Arial"/>
                <a:cs typeface="Arial"/>
              </a:rPr>
              <a:t>..</a:t>
            </a:r>
            <a:endParaRPr sz="17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45475" y="6657494"/>
            <a:ext cx="165608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470" dirty="0">
                <a:solidFill>
                  <a:srgbClr val="99A7B6"/>
                </a:solidFill>
                <a:latin typeface="Arial"/>
                <a:cs typeface="Arial"/>
              </a:rPr>
              <a:t>1</a:t>
            </a:r>
            <a:r>
              <a:rPr sz="650" spc="470" dirty="0">
                <a:solidFill>
                  <a:srgbClr val="7095BF"/>
                </a:solidFill>
                <a:latin typeface="Arial"/>
                <a:cs typeface="Arial"/>
              </a:rPr>
              <a:t>-</a:t>
            </a:r>
            <a:r>
              <a:rPr sz="650" spc="350" dirty="0">
                <a:solidFill>
                  <a:srgbClr val="7095BF"/>
                </a:solidFill>
                <a:latin typeface="Arial"/>
                <a:cs typeface="Arial"/>
              </a:rPr>
              <a:t>-</a:t>
            </a:r>
            <a:r>
              <a:rPr sz="650" spc="450" dirty="0">
                <a:solidFill>
                  <a:srgbClr val="41709C"/>
                </a:solidFill>
                <a:latin typeface="Arial"/>
                <a:cs typeface="Arial"/>
              </a:rPr>
              <a:t>�i.r.7</a:t>
            </a:r>
            <a:r>
              <a:rPr sz="650" spc="450" dirty="0">
                <a:solidFill>
                  <a:srgbClr val="7EA7CF"/>
                </a:solidFill>
                <a:latin typeface="Arial"/>
                <a:cs typeface="Arial"/>
              </a:rPr>
              <a:t>-</a:t>
            </a:r>
            <a:r>
              <a:rPr sz="650" spc="345" dirty="0">
                <a:solidFill>
                  <a:srgbClr val="7EA7CF"/>
                </a:solidFill>
                <a:latin typeface="Arial"/>
                <a:cs typeface="Arial"/>
              </a:rPr>
              <a:t>------</a:t>
            </a:r>
            <a:r>
              <a:rPr sz="650" spc="350" dirty="0">
                <a:solidFill>
                  <a:srgbClr val="7EA7CF"/>
                </a:solidFill>
                <a:latin typeface="Arial"/>
                <a:cs typeface="Arial"/>
              </a:rPr>
              <a:t>=�'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744154" y="6771311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486" y="0"/>
                </a:lnTo>
              </a:path>
            </a:pathLst>
          </a:custGeom>
          <a:ln w="5450">
            <a:solidFill>
              <a:srgbClr val="6FAB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5407355" y="6657494"/>
            <a:ext cx="31940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20" dirty="0">
                <a:solidFill>
                  <a:srgbClr val="41709C"/>
                </a:solidFill>
                <a:latin typeface="Arial"/>
                <a:cs typeface="Arial"/>
              </a:rPr>
              <a:t>Felt.•</a:t>
            </a:r>
            <a:r>
              <a:rPr sz="650" spc="60" dirty="0">
                <a:solidFill>
                  <a:srgbClr val="41709C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41709C"/>
                </a:solidFill>
                <a:latin typeface="Arial"/>
                <a:cs typeface="Arial"/>
              </a:rPr>
              <a:t>a</a:t>
            </a:r>
            <a:endParaRPr sz="6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66159" y="6657494"/>
            <a:ext cx="8699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75" dirty="0">
                <a:solidFill>
                  <a:srgbClr val="7EA7CF"/>
                </a:solidFill>
                <a:latin typeface="Arial"/>
                <a:cs typeface="Arial"/>
              </a:rPr>
              <a:t>....,</a:t>
            </a:r>
            <a:endParaRPr sz="6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44435" y="6799243"/>
            <a:ext cx="6762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3690" algn="l"/>
                <a:tab pos="657225" algn="l"/>
              </a:tabLst>
            </a:pPr>
            <a:r>
              <a:rPr sz="500" spc="-50" dirty="0">
                <a:solidFill>
                  <a:srgbClr val="7C879C"/>
                </a:solidFill>
                <a:latin typeface="Times New Roman"/>
                <a:cs typeface="Times New Roman"/>
              </a:rPr>
              <a:t>'</a:t>
            </a:r>
            <a:r>
              <a:rPr sz="500" dirty="0">
                <a:solidFill>
                  <a:srgbClr val="7C879C"/>
                </a:solidFill>
                <a:latin typeface="Times New Roman"/>
                <a:cs typeface="Times New Roman"/>
              </a:rPr>
              <a:t>	</a:t>
            </a:r>
            <a:r>
              <a:rPr sz="500" spc="-25" dirty="0">
                <a:solidFill>
                  <a:srgbClr val="7C879C"/>
                </a:solidFill>
                <a:latin typeface="Times New Roman"/>
                <a:cs typeface="Times New Roman"/>
              </a:rPr>
              <a:t>...</a:t>
            </a:r>
            <a:r>
              <a:rPr sz="500" dirty="0">
                <a:solidFill>
                  <a:srgbClr val="7C879C"/>
                </a:solidFill>
                <a:latin typeface="Times New Roman"/>
                <a:cs typeface="Times New Roman"/>
              </a:rPr>
              <a:t>	</a:t>
            </a:r>
            <a:r>
              <a:rPr sz="500" spc="-50" dirty="0">
                <a:solidFill>
                  <a:srgbClr val="7C879C"/>
                </a:solidFill>
                <a:latin typeface="Times New Roman"/>
                <a:cs typeface="Times New Roman"/>
              </a:rPr>
              <a:t>'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58197" y="6799243"/>
            <a:ext cx="444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7C879C"/>
                </a:solidFill>
                <a:latin typeface="Times New Roman"/>
                <a:cs typeface="Times New Roman"/>
              </a:rPr>
              <a:t>,-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03098" y="6799243"/>
            <a:ext cx="37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7C879C"/>
                </a:solidFill>
                <a:latin typeface="Times New Roman"/>
                <a:cs typeface="Times New Roman"/>
              </a:rPr>
              <a:t>I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21211" y="6799243"/>
            <a:ext cx="514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40" dirty="0">
                <a:solidFill>
                  <a:srgbClr val="7C879C"/>
                </a:solidFill>
                <a:latin typeface="Times New Roman"/>
                <a:cs typeface="Times New Roman"/>
              </a:rPr>
              <a:t>...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86610" y="6803180"/>
            <a:ext cx="62801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84150" algn="l"/>
              </a:tabLst>
            </a:pPr>
            <a:r>
              <a:rPr sz="450" i="1" spc="-50" dirty="0">
                <a:solidFill>
                  <a:srgbClr val="99A7B6"/>
                </a:solidFill>
                <a:latin typeface="Arial"/>
                <a:cs typeface="Arial"/>
              </a:rPr>
              <a:t>I</a:t>
            </a:r>
            <a:r>
              <a:rPr sz="450" i="1" dirty="0">
                <a:solidFill>
                  <a:srgbClr val="99A7B6"/>
                </a:solidFill>
                <a:latin typeface="Arial"/>
                <a:cs typeface="Arial"/>
              </a:rPr>
              <a:t>	</a:t>
            </a:r>
            <a:r>
              <a:rPr sz="450" spc="750" dirty="0">
                <a:solidFill>
                  <a:srgbClr val="99A7B6"/>
                </a:solidFill>
                <a:latin typeface="Arial"/>
                <a:cs typeface="Arial"/>
              </a:rPr>
              <a:t>--</a:t>
            </a:r>
            <a:r>
              <a:rPr sz="450" spc="700" dirty="0">
                <a:solidFill>
                  <a:srgbClr val="7C879C"/>
                </a:solidFill>
                <a:latin typeface="Arial"/>
                <a:cs typeface="Arial"/>
              </a:rPr>
              <a:t>-</a:t>
            </a:r>
            <a:endParaRPr sz="4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25179" y="6618118"/>
            <a:ext cx="430530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dirty="0">
                <a:solidFill>
                  <a:srgbClr val="7C879C"/>
                </a:solidFill>
                <a:latin typeface="Arial"/>
                <a:cs typeface="Arial"/>
              </a:rPr>
              <a:t>·-</a:t>
            </a:r>
            <a:r>
              <a:rPr sz="3150" spc="-50" dirty="0">
                <a:solidFill>
                  <a:srgbClr val="7C879C"/>
                </a:solidFill>
                <a:latin typeface="Arial"/>
                <a:cs typeface="Arial"/>
              </a:rPr>
              <a:t>-</a:t>
            </a:r>
            <a:endParaRPr sz="31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019499" y="6570868"/>
            <a:ext cx="37719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85" dirty="0">
                <a:solidFill>
                  <a:srgbClr val="1F1F9E"/>
                </a:solidFill>
                <a:latin typeface="Arial"/>
                <a:cs typeface="Arial"/>
              </a:rPr>
              <a:t>·</a:t>
            </a:r>
            <a:r>
              <a:rPr sz="4450" spc="-85" dirty="0">
                <a:solidFill>
                  <a:srgbClr val="7C879C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076436" y="6964618"/>
            <a:ext cx="1936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75" dirty="0">
                <a:solidFill>
                  <a:srgbClr val="676D80"/>
                </a:solidFill>
                <a:latin typeface="Arial"/>
                <a:cs typeface="Arial"/>
              </a:rPr>
              <a:t>•</a:t>
            </a:r>
            <a:r>
              <a:rPr sz="1300" spc="175" dirty="0">
                <a:solidFill>
                  <a:srgbClr val="7C879C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81946" y="7133930"/>
            <a:ext cx="38036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3030" indent="-100330">
              <a:lnSpc>
                <a:spcPct val="100000"/>
              </a:lnSpc>
              <a:spcBef>
                <a:spcPts val="114"/>
              </a:spcBef>
              <a:buClr>
                <a:srgbClr val="676D80"/>
              </a:buClr>
              <a:buChar char="•"/>
              <a:tabLst>
                <a:tab pos="113030" algn="l"/>
              </a:tabLst>
            </a:pPr>
            <a:r>
              <a:rPr sz="450" spc="65" dirty="0">
                <a:solidFill>
                  <a:srgbClr val="7C879C"/>
                </a:solidFill>
                <a:latin typeface="Times New Roman"/>
                <a:cs typeface="Times New Roman"/>
              </a:rPr>
              <a:t>..,</a:t>
            </a:r>
            <a:r>
              <a:rPr sz="450" spc="65" dirty="0">
                <a:solidFill>
                  <a:srgbClr val="676D80"/>
                </a:solidFill>
                <a:latin typeface="Times New Roman"/>
                <a:cs typeface="Times New Roman"/>
              </a:rPr>
              <a:t>Ila.</a:t>
            </a:r>
            <a:r>
              <a:rPr sz="450" spc="65" dirty="0">
                <a:solidFill>
                  <a:srgbClr val="7C879C"/>
                </a:solidFill>
                <a:latin typeface="Times New Roman"/>
                <a:cs typeface="Times New Roman"/>
              </a:rPr>
              <a:t>�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204077" y="7240242"/>
            <a:ext cx="26352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50" dirty="0">
                <a:solidFill>
                  <a:srgbClr val="4D569C"/>
                </a:solidFill>
                <a:latin typeface="Arial"/>
                <a:cs typeface="Arial"/>
              </a:rPr>
              <a:t>6</a:t>
            </a:r>
            <a:r>
              <a:rPr sz="550" spc="50" dirty="0">
                <a:solidFill>
                  <a:srgbClr val="6B72AC"/>
                </a:solidFill>
                <a:latin typeface="Arial"/>
                <a:cs typeface="Arial"/>
              </a:rPr>
              <a:t>:!l,</a:t>
            </a:r>
            <a:r>
              <a:rPr sz="550" spc="50" dirty="0">
                <a:solidFill>
                  <a:srgbClr val="4D569C"/>
                </a:solidFill>
                <a:latin typeface="Arial"/>
                <a:cs typeface="Arial"/>
              </a:rPr>
              <a:t>IU</a:t>
            </a:r>
            <a:endParaRPr sz="5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103419" y="7330804"/>
            <a:ext cx="51879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50" spc="-10" dirty="0">
                <a:solidFill>
                  <a:srgbClr val="7C879C"/>
                </a:solidFill>
                <a:latin typeface="Arial"/>
                <a:cs typeface="Arial"/>
              </a:rPr>
              <a:t>........._ftlh•�NI</a:t>
            </a:r>
            <a:endParaRPr sz="4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83985" y="6846493"/>
            <a:ext cx="3390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7C879C"/>
                </a:solidFill>
                <a:latin typeface="Times New Roman"/>
                <a:cs typeface="Times New Roman"/>
              </a:rPr>
              <a:t>flllt!</a:t>
            </a:r>
            <a:r>
              <a:rPr sz="500" spc="-10" dirty="0">
                <a:solidFill>
                  <a:srgbClr val="676D80"/>
                </a:solidFill>
                <a:latin typeface="Times New Roman"/>
                <a:cs typeface="Times New Roman"/>
              </a:rPr>
              <a:t>r</a:t>
            </a:r>
            <a:r>
              <a:rPr sz="500" spc="-10" dirty="0">
                <a:solidFill>
                  <a:srgbClr val="7C879C"/>
                </a:solidFill>
                <a:latin typeface="Times New Roman"/>
                <a:cs typeface="Times New Roman"/>
              </a:rPr>
              <a:t>.._,...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423952" y="7003993"/>
            <a:ext cx="73342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720" indent="-261620">
              <a:lnSpc>
                <a:spcPct val="100000"/>
              </a:lnSpc>
              <a:spcBef>
                <a:spcPts val="90"/>
              </a:spcBef>
              <a:buClr>
                <a:srgbClr val="676D80"/>
              </a:buClr>
              <a:buChar char="►"/>
              <a:tabLst>
                <a:tab pos="299720" algn="l"/>
              </a:tabLst>
            </a:pPr>
            <a:r>
              <a:rPr sz="1000" spc="145" dirty="0">
                <a:solidFill>
                  <a:srgbClr val="1F1F9E"/>
                </a:solidFill>
                <a:latin typeface="Arial"/>
                <a:cs typeface="Arial"/>
              </a:rPr>
              <a:t>·</a:t>
            </a:r>
            <a:r>
              <a:rPr sz="525" spc="217" baseline="7936" dirty="0">
                <a:solidFill>
                  <a:srgbClr val="676D80"/>
                </a:solidFill>
                <a:latin typeface="Arial"/>
                <a:cs typeface="Arial"/>
              </a:rPr>
              <a:t>•</a:t>
            </a:r>
            <a:r>
              <a:rPr sz="525" spc="30" baseline="7936" dirty="0">
                <a:solidFill>
                  <a:srgbClr val="676D80"/>
                </a:solidFill>
                <a:latin typeface="Arial"/>
                <a:cs typeface="Arial"/>
              </a:rPr>
              <a:t> </a:t>
            </a:r>
            <a:r>
              <a:rPr sz="1000" spc="195" dirty="0">
                <a:solidFill>
                  <a:srgbClr val="7C879C"/>
                </a:solidFill>
                <a:latin typeface="Arial"/>
                <a:cs typeface="Arial"/>
              </a:rPr>
              <a:t>-</a:t>
            </a:r>
            <a:r>
              <a:rPr sz="525" spc="112" baseline="7936" dirty="0">
                <a:solidFill>
                  <a:srgbClr val="7C879C"/>
                </a:solidFill>
                <a:latin typeface="Arial"/>
                <a:cs typeface="Arial"/>
              </a:rPr>
              <a:t>0....1•</a:t>
            </a:r>
            <a:endParaRPr sz="525" baseline="7936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787016" y="7126054"/>
            <a:ext cx="78105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100" dirty="0">
                <a:solidFill>
                  <a:srgbClr val="676D80"/>
                </a:solidFill>
                <a:latin typeface="Times New Roman"/>
                <a:cs typeface="Times New Roman"/>
              </a:rPr>
              <a:t>•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879367" y="6759868"/>
            <a:ext cx="44132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750" dirty="0">
                <a:solidFill>
                  <a:srgbClr val="7C879C"/>
                </a:solidFill>
                <a:latin typeface="Arial"/>
                <a:cs typeface="Arial"/>
              </a:rPr>
              <a:t>--</a:t>
            </a:r>
            <a:r>
              <a:rPr sz="3750" spc="-2630" dirty="0">
                <a:solidFill>
                  <a:srgbClr val="7C879C"/>
                </a:solidFill>
                <a:latin typeface="Arial"/>
                <a:cs typeface="Arial"/>
              </a:rPr>
              <a:t>��</a:t>
            </a:r>
            <a:endParaRPr sz="37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549928" y="6913431"/>
            <a:ext cx="40449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550" i="1" spc="-335" dirty="0">
                <a:solidFill>
                  <a:srgbClr val="5964B5"/>
                </a:solidFill>
                <a:latin typeface="Arial"/>
                <a:cs typeface="Arial"/>
              </a:rPr>
              <a:t>.</a:t>
            </a:r>
            <a:r>
              <a:rPr sz="1050" spc="-82" baseline="43650" dirty="0">
                <a:solidFill>
                  <a:srgbClr val="4D569C"/>
                </a:solidFill>
                <a:latin typeface="Times New Roman"/>
                <a:cs typeface="Times New Roman"/>
              </a:rPr>
              <a:t>.</a:t>
            </a:r>
            <a:r>
              <a:rPr sz="2550" i="1" spc="-555" dirty="0">
                <a:solidFill>
                  <a:srgbClr val="5964B5"/>
                </a:solidFill>
                <a:latin typeface="Arial"/>
                <a:cs typeface="Arial"/>
              </a:rPr>
              <a:t>.</a:t>
            </a:r>
            <a:r>
              <a:rPr sz="1050" spc="-172" baseline="43650" dirty="0">
                <a:solidFill>
                  <a:srgbClr val="4D569C"/>
                </a:solidFill>
                <a:latin typeface="Times New Roman"/>
                <a:cs typeface="Times New Roman"/>
              </a:rPr>
              <a:t>,</a:t>
            </a:r>
            <a:r>
              <a:rPr sz="1350" i="1" spc="-165" dirty="0">
                <a:solidFill>
                  <a:srgbClr val="5964B5"/>
                </a:solidFill>
                <a:latin typeface="Arial"/>
                <a:cs typeface="Arial"/>
              </a:rPr>
              <a:t>,</a:t>
            </a:r>
            <a:r>
              <a:rPr sz="1050" spc="-397" baseline="43650" dirty="0">
                <a:solidFill>
                  <a:srgbClr val="4D569C"/>
                </a:solidFill>
                <a:latin typeface="Times New Roman"/>
                <a:cs typeface="Times New Roman"/>
              </a:rPr>
              <a:t>n</a:t>
            </a:r>
            <a:r>
              <a:rPr sz="1350" i="1" spc="-325" dirty="0">
                <a:solidFill>
                  <a:srgbClr val="5964B5"/>
                </a:solidFill>
                <a:latin typeface="Arial"/>
                <a:cs typeface="Arial"/>
              </a:rPr>
              <a:t>.</a:t>
            </a:r>
            <a:r>
              <a:rPr sz="525" spc="-135" baseline="150793" dirty="0">
                <a:solidFill>
                  <a:srgbClr val="7C879C"/>
                </a:solidFill>
                <a:latin typeface="Arial"/>
                <a:cs typeface="Arial"/>
              </a:rPr>
              <a:t>U</a:t>
            </a:r>
            <a:r>
              <a:rPr sz="1350" i="1" spc="-250" dirty="0">
                <a:solidFill>
                  <a:srgbClr val="5964B5"/>
                </a:solidFill>
                <a:latin typeface="Arial"/>
                <a:cs typeface="Arial"/>
              </a:rPr>
              <a:t>,</a:t>
            </a:r>
            <a:r>
              <a:rPr sz="1050" spc="-150" baseline="43650" dirty="0">
                <a:solidFill>
                  <a:srgbClr val="4D569C"/>
                </a:solidFill>
                <a:latin typeface="Times New Roman"/>
                <a:cs typeface="Times New Roman"/>
              </a:rPr>
              <a:t>-</a:t>
            </a:r>
            <a:r>
              <a:rPr sz="1350" i="1" spc="-75" dirty="0">
                <a:solidFill>
                  <a:srgbClr val="5964B5"/>
                </a:solidFill>
                <a:latin typeface="Arial"/>
                <a:cs typeface="Arial"/>
              </a:rPr>
              <a:t>,</a:t>
            </a:r>
            <a:r>
              <a:rPr sz="1050" spc="-112" baseline="43650" dirty="0">
                <a:solidFill>
                  <a:srgbClr val="4D569C"/>
                </a:solidFill>
                <a:latin typeface="Times New Roman"/>
                <a:cs typeface="Times New Roman"/>
              </a:rPr>
              <a:t>.</a:t>
            </a:r>
            <a:r>
              <a:rPr sz="1350" i="1" spc="-75" dirty="0">
                <a:solidFill>
                  <a:srgbClr val="5964B5"/>
                </a:solidFill>
                <a:latin typeface="Arial"/>
                <a:cs typeface="Arial"/>
              </a:rPr>
              <a:t>.</a:t>
            </a:r>
            <a:r>
              <a:rPr sz="1050" spc="-112" baseline="43650" dirty="0">
                <a:solidFill>
                  <a:srgbClr val="4D569C"/>
                </a:solidFill>
                <a:latin typeface="Times New Roman"/>
                <a:cs typeface="Times New Roman"/>
              </a:rPr>
              <a:t>a</a:t>
            </a:r>
            <a:r>
              <a:rPr sz="1350" i="1" spc="-75" dirty="0">
                <a:solidFill>
                  <a:srgbClr val="5964B5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908615" y="7236304"/>
            <a:ext cx="330200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-10" dirty="0">
                <a:solidFill>
                  <a:srgbClr val="5964B5"/>
                </a:solidFill>
                <a:latin typeface="Times New Roman"/>
                <a:cs typeface="Times New Roman"/>
              </a:rPr>
              <a:t>M9.M:&gt;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572022" y="7236304"/>
            <a:ext cx="216535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240" dirty="0">
                <a:solidFill>
                  <a:srgbClr val="7C879C"/>
                </a:solidFill>
                <a:latin typeface="Times New Roman"/>
                <a:cs typeface="Times New Roman"/>
              </a:rPr>
              <a:t>,</a:t>
            </a:r>
            <a:r>
              <a:rPr sz="700" spc="240" dirty="0">
                <a:solidFill>
                  <a:srgbClr val="676D80"/>
                </a:solidFill>
                <a:latin typeface="Times New Roman"/>
                <a:cs typeface="Times New Roman"/>
              </a:rPr>
              <a:t>._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036401" y="7748178"/>
            <a:ext cx="1067435" cy="34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60" dirty="0">
                <a:solidFill>
                  <a:srgbClr val="333F4D"/>
                </a:solidFill>
                <a:latin typeface="Arial"/>
                <a:cs typeface="Arial"/>
              </a:rPr>
              <a:t>M</a:t>
            </a:r>
            <a:r>
              <a:rPr sz="650" spc="60" dirty="0">
                <a:solidFill>
                  <a:srgbClr val="676D80"/>
                </a:solidFill>
                <a:latin typeface="Arial"/>
                <a:cs typeface="Arial"/>
              </a:rPr>
              <a:t>anon</a:t>
            </a:r>
            <a:r>
              <a:rPr sz="650" spc="125" dirty="0">
                <a:solidFill>
                  <a:srgbClr val="676D80"/>
                </a:solidFill>
                <a:latin typeface="Arial"/>
                <a:cs typeface="Arial"/>
              </a:rPr>
              <a:t> </a:t>
            </a:r>
            <a:r>
              <a:rPr sz="650" spc="114" dirty="0">
                <a:solidFill>
                  <a:srgbClr val="676D80"/>
                </a:solidFill>
                <a:latin typeface="Arial"/>
                <a:cs typeface="Arial"/>
              </a:rPr>
              <a:t>8"5"te,</a:t>
            </a:r>
            <a:r>
              <a:rPr sz="650" spc="-15" dirty="0">
                <a:solidFill>
                  <a:srgbClr val="676D80"/>
                </a:solidFill>
                <a:latin typeface="Arial"/>
                <a:cs typeface="Arial"/>
              </a:rPr>
              <a:t> </a:t>
            </a:r>
            <a:r>
              <a:rPr sz="650" spc="100" dirty="0">
                <a:solidFill>
                  <a:srgbClr val="676D80"/>
                </a:solidFill>
                <a:latin typeface="Arial"/>
                <a:cs typeface="Arial"/>
              </a:rPr>
              <a:t>StlUon</a:t>
            </a:r>
            <a:endParaRPr sz="650">
              <a:latin typeface="Arial"/>
              <a:cs typeface="Arial"/>
            </a:endParaRPr>
          </a:p>
          <a:p>
            <a:pPr marL="72390">
              <a:lnSpc>
                <a:spcPct val="100000"/>
              </a:lnSpc>
              <a:spcBef>
                <a:spcPts val="484"/>
              </a:spcBef>
            </a:pPr>
            <a:r>
              <a:rPr sz="500" spc="-10" dirty="0">
                <a:solidFill>
                  <a:srgbClr val="7C879C"/>
                </a:solidFill>
                <a:latin typeface="Times New Roman"/>
                <a:cs typeface="Times New Roman"/>
              </a:rPr>
              <a:t>Jlll"\</a:t>
            </a:r>
            <a:r>
              <a:rPr sz="500" spc="-10" dirty="0">
                <a:solidFill>
                  <a:srgbClr val="676D80"/>
                </a:solidFill>
                <a:latin typeface="Times New Roman"/>
                <a:cs typeface="Times New Roman"/>
              </a:rPr>
              <a:t>1</a:t>
            </a:r>
            <a:r>
              <a:rPr sz="500" spc="-10" dirty="0">
                <a:solidFill>
                  <a:srgbClr val="7C879C"/>
                </a:solidFill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70"/>
              </a:spcBef>
            </a:pPr>
            <a:r>
              <a:rPr sz="450" spc="-25" dirty="0">
                <a:solidFill>
                  <a:srgbClr val="7C879C"/>
                </a:solidFill>
                <a:latin typeface="Arial"/>
                <a:cs typeface="Arial"/>
              </a:rPr>
              <a:t>110</a:t>
            </a:r>
            <a:endParaRPr sz="4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806460" y="8102551"/>
            <a:ext cx="43751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-10" dirty="0">
                <a:solidFill>
                  <a:srgbClr val="676D80"/>
                </a:solidFill>
                <a:latin typeface="Times New Roman"/>
                <a:cs typeface="Times New Roman"/>
              </a:rPr>
              <a:t>c..,.........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430688" y="3279127"/>
            <a:ext cx="6170930" cy="677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b="1" spc="170" dirty="0">
                <a:solidFill>
                  <a:srgbClr val="AA2A2D"/>
                </a:solidFill>
                <a:latin typeface="Arial"/>
                <a:cs typeface="Arial"/>
              </a:rPr>
              <a:t>Cloud-</a:t>
            </a:r>
            <a:r>
              <a:rPr sz="4250" b="1" spc="180" dirty="0">
                <a:solidFill>
                  <a:srgbClr val="AA2A2D"/>
                </a:solidFill>
                <a:latin typeface="Arial"/>
                <a:cs typeface="Arial"/>
              </a:rPr>
              <a:t>Enabled</a:t>
            </a:r>
            <a:r>
              <a:rPr sz="4250" b="1" spc="16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250" b="1" spc="-70" dirty="0">
                <a:solidFill>
                  <a:srgbClr val="AA2A2D"/>
                </a:solidFill>
                <a:latin typeface="Arial"/>
                <a:cs typeface="Arial"/>
              </a:rPr>
              <a:t>SCADA</a:t>
            </a:r>
            <a:endParaRPr sz="42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440144" y="4296575"/>
            <a:ext cx="8747125" cy="18999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810">
              <a:lnSpc>
                <a:spcPct val="129600"/>
              </a:lnSpc>
              <a:spcBef>
                <a:spcPts val="160"/>
              </a:spcBef>
              <a:tabLst>
                <a:tab pos="6217920" algn="l"/>
              </a:tabLst>
            </a:pPr>
            <a:r>
              <a:rPr sz="3150" spc="160" dirty="0">
                <a:solidFill>
                  <a:srgbClr val="333F4D"/>
                </a:solidFill>
                <a:latin typeface="Arial"/>
                <a:cs typeface="Arial"/>
              </a:rPr>
              <a:t>Combining</a:t>
            </a:r>
            <a:r>
              <a:rPr sz="3150" spc="-26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165" dirty="0">
                <a:solidFill>
                  <a:srgbClr val="333F4D"/>
                </a:solidFill>
                <a:latin typeface="Arial"/>
                <a:cs typeface="Arial"/>
              </a:rPr>
              <a:t>traditional</a:t>
            </a:r>
            <a:r>
              <a:rPr sz="3150" spc="-1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85" dirty="0">
                <a:solidFill>
                  <a:srgbClr val="333F4D"/>
                </a:solidFill>
                <a:latin typeface="Arial"/>
                <a:cs typeface="Arial"/>
              </a:rPr>
              <a:t>local</a:t>
            </a:r>
            <a:r>
              <a:rPr sz="3150" spc="-17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105" dirty="0">
                <a:solidFill>
                  <a:srgbClr val="333F4D"/>
                </a:solidFill>
                <a:latin typeface="Arial"/>
                <a:cs typeface="Arial"/>
              </a:rPr>
              <a:t>HMI</a:t>
            </a:r>
            <a:r>
              <a:rPr sz="3150" dirty="0">
                <a:solidFill>
                  <a:srgbClr val="333F4D"/>
                </a:solidFill>
                <a:latin typeface="Arial"/>
                <a:cs typeface="Arial"/>
              </a:rPr>
              <a:t>	</a:t>
            </a:r>
            <a:r>
              <a:rPr sz="3150" spc="165" dirty="0">
                <a:solidFill>
                  <a:srgbClr val="333F4D"/>
                </a:solidFill>
                <a:latin typeface="Arial"/>
                <a:cs typeface="Arial"/>
              </a:rPr>
              <a:t>controls</a:t>
            </a:r>
            <a:r>
              <a:rPr sz="3150" spc="-14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240" dirty="0">
                <a:solidFill>
                  <a:srgbClr val="333F4D"/>
                </a:solidFill>
                <a:latin typeface="Arial"/>
                <a:cs typeface="Arial"/>
              </a:rPr>
              <a:t>with </a:t>
            </a:r>
            <a:r>
              <a:rPr sz="3150" spc="160" dirty="0">
                <a:solidFill>
                  <a:srgbClr val="333F4D"/>
                </a:solidFill>
                <a:latin typeface="Arial"/>
                <a:cs typeface="Arial"/>
              </a:rPr>
              <a:t>cloud</a:t>
            </a:r>
            <a:r>
              <a:rPr sz="3150" spc="-12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100" dirty="0">
                <a:solidFill>
                  <a:srgbClr val="333F4D"/>
                </a:solidFill>
                <a:latin typeface="Arial"/>
                <a:cs typeface="Arial"/>
              </a:rPr>
              <a:t>archival</a:t>
            </a:r>
            <a:r>
              <a:rPr sz="3150" spc="-14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95" dirty="0">
                <a:solidFill>
                  <a:srgbClr val="333F4D"/>
                </a:solidFill>
                <a:latin typeface="Arial"/>
                <a:cs typeface="Arial"/>
              </a:rPr>
              <a:t>for</a:t>
            </a:r>
            <a:r>
              <a:rPr sz="3150" spc="21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85" dirty="0">
                <a:solidFill>
                  <a:srgbClr val="333F4D"/>
                </a:solidFill>
                <a:latin typeface="Arial"/>
                <a:cs typeface="Arial"/>
              </a:rPr>
              <a:t>chemical</a:t>
            </a:r>
            <a:r>
              <a:rPr sz="3150" spc="-20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333F4D"/>
                </a:solidFill>
                <a:latin typeface="Arial"/>
                <a:cs typeface="Arial"/>
              </a:rPr>
              <a:t>usage</a:t>
            </a:r>
            <a:r>
              <a:rPr sz="3150" spc="78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160" dirty="0">
                <a:solidFill>
                  <a:srgbClr val="333F4D"/>
                </a:solidFill>
                <a:latin typeface="Arial"/>
                <a:cs typeface="Arial"/>
              </a:rPr>
              <a:t>optimization</a:t>
            </a:r>
            <a:r>
              <a:rPr sz="3150" spc="1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100" dirty="0">
                <a:solidFill>
                  <a:srgbClr val="333F4D"/>
                </a:solidFill>
                <a:latin typeface="Arial"/>
                <a:cs typeface="Arial"/>
              </a:rPr>
              <a:t>and</a:t>
            </a:r>
            <a:r>
              <a:rPr sz="3150" spc="-204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90" dirty="0">
                <a:solidFill>
                  <a:srgbClr val="333F4D"/>
                </a:solidFill>
                <a:latin typeface="Arial"/>
                <a:cs typeface="Arial"/>
              </a:rPr>
              <a:t>compliance</a:t>
            </a:r>
            <a:r>
              <a:rPr sz="3150" spc="165" dirty="0">
                <a:solidFill>
                  <a:srgbClr val="333F4D"/>
                </a:solidFill>
                <a:latin typeface="Arial"/>
                <a:cs typeface="Arial"/>
              </a:rPr>
              <a:t> </a:t>
            </a:r>
            <a:r>
              <a:rPr sz="3150" spc="55" dirty="0">
                <a:solidFill>
                  <a:srgbClr val="333F4D"/>
                </a:solidFill>
                <a:latin typeface="Arial"/>
                <a:cs typeface="Arial"/>
              </a:rPr>
              <a:t>logging.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27085"/>
            <a:ext cx="1604549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6173" y="1858581"/>
            <a:ext cx="157308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82136" y="1842831"/>
            <a:ext cx="1116891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1952" y="1827085"/>
            <a:ext cx="566311" cy="598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06917" y="1842831"/>
            <a:ext cx="440464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51883" y="1842831"/>
            <a:ext cx="770812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1349" y="1827085"/>
            <a:ext cx="991044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55318" y="1842831"/>
            <a:ext cx="1164083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98053" y="1842831"/>
            <a:ext cx="424733" cy="5827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85710" y="1842831"/>
            <a:ext cx="1242738" cy="5827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52073" y="1842831"/>
            <a:ext cx="534849" cy="5827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341955" y="4488824"/>
            <a:ext cx="5694574" cy="256724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7" name="object 17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8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20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spc="55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38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6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99999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2401" y="4283187"/>
            <a:ext cx="8456930" cy="29229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150" dirty="0">
                <a:solidFill>
                  <a:srgbClr val="A82A2D"/>
                </a:solidFill>
                <a:latin typeface="Arial"/>
                <a:cs typeface="Arial"/>
              </a:rPr>
              <a:t>Geospatial</a:t>
            </a:r>
            <a:r>
              <a:rPr sz="4350" b="1" spc="-254" dirty="0">
                <a:solidFill>
                  <a:srgbClr val="A82A2D"/>
                </a:solidFill>
                <a:latin typeface="Arial"/>
                <a:cs typeface="Arial"/>
              </a:rPr>
              <a:t> </a:t>
            </a:r>
            <a:r>
              <a:rPr sz="4350" b="1" spc="-25" dirty="0">
                <a:solidFill>
                  <a:srgbClr val="A82A2D"/>
                </a:solidFill>
                <a:latin typeface="Arial"/>
                <a:cs typeface="Arial"/>
              </a:rPr>
              <a:t>loT</a:t>
            </a:r>
            <a:endParaRPr sz="4350">
              <a:latin typeface="Arial"/>
              <a:cs typeface="Arial"/>
            </a:endParaRPr>
          </a:p>
          <a:p>
            <a:pPr marL="21590" marR="5080" indent="10160">
              <a:lnSpc>
                <a:spcPct val="126000"/>
              </a:lnSpc>
              <a:spcBef>
                <a:spcPts val="3055"/>
              </a:spcBef>
            </a:pPr>
            <a:r>
              <a:rPr sz="3200" spc="130" dirty="0">
                <a:solidFill>
                  <a:srgbClr val="333D4D"/>
                </a:solidFill>
                <a:latin typeface="Arial"/>
                <a:cs typeface="Arial"/>
              </a:rPr>
              <a:t>Integrating</a:t>
            </a:r>
            <a:r>
              <a:rPr sz="3200" spc="-3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3315E"/>
                </a:solidFill>
                <a:latin typeface="Arial"/>
                <a:cs typeface="Arial"/>
              </a:rPr>
              <a:t>GPS/GNSS</a:t>
            </a:r>
            <a:r>
              <a:rPr sz="3100" b="1" spc="-3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33D4D"/>
                </a:solidFill>
                <a:latin typeface="Arial"/>
                <a:cs typeface="Arial"/>
              </a:rPr>
              <a:t>data</a:t>
            </a:r>
            <a:r>
              <a:rPr sz="3200" spc="-17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215" dirty="0">
                <a:solidFill>
                  <a:srgbClr val="333D4D"/>
                </a:solidFill>
                <a:latin typeface="Arial"/>
                <a:cs typeface="Arial"/>
              </a:rPr>
              <a:t>into</a:t>
            </a:r>
            <a:r>
              <a:rPr sz="3200" spc="-28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30" dirty="0">
                <a:solidFill>
                  <a:srgbClr val="333D4D"/>
                </a:solidFill>
                <a:latin typeface="Arial"/>
                <a:cs typeface="Arial"/>
              </a:rPr>
              <a:t>cloud</a:t>
            </a:r>
            <a:r>
              <a:rPr sz="3200" spc="-16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D4D"/>
                </a:solidFill>
                <a:latin typeface="Arial"/>
                <a:cs typeface="Arial"/>
              </a:rPr>
              <a:t>maps.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Tracks</a:t>
            </a:r>
            <a:r>
              <a:rPr sz="3200" spc="-2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333D4D"/>
                </a:solidFill>
                <a:latin typeface="Arial"/>
                <a:cs typeface="Arial"/>
              </a:rPr>
              <a:t>cold-</a:t>
            </a:r>
            <a:r>
              <a:rPr sz="3200" spc="100" dirty="0">
                <a:solidFill>
                  <a:srgbClr val="333D4D"/>
                </a:solidFill>
                <a:latin typeface="Arial"/>
                <a:cs typeface="Arial"/>
              </a:rPr>
              <a:t>chain</a:t>
            </a:r>
            <a:r>
              <a:rPr sz="3200" spc="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33D4D"/>
                </a:solidFill>
                <a:latin typeface="Arial"/>
                <a:cs typeface="Arial"/>
              </a:rPr>
              <a:t>temperature</a:t>
            </a:r>
            <a:r>
              <a:rPr sz="3200" spc="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45" dirty="0">
                <a:solidFill>
                  <a:srgbClr val="333D4D"/>
                </a:solidFill>
                <a:latin typeface="Arial"/>
                <a:cs typeface="Arial"/>
              </a:rPr>
              <a:t>compliance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across</a:t>
            </a:r>
            <a:r>
              <a:rPr sz="3200" spc="-14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80" dirty="0">
                <a:solidFill>
                  <a:srgbClr val="333D4D"/>
                </a:solidFill>
                <a:latin typeface="Arial"/>
                <a:cs typeface="Arial"/>
              </a:rPr>
              <a:t>global</a:t>
            </a:r>
            <a:r>
              <a:rPr sz="3200" spc="-20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75" dirty="0">
                <a:solidFill>
                  <a:srgbClr val="333D4D"/>
                </a:solidFill>
                <a:latin typeface="Arial"/>
                <a:cs typeface="Arial"/>
              </a:rPr>
              <a:t>supply</a:t>
            </a:r>
            <a:r>
              <a:rPr sz="3200" spc="-24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10" dirty="0">
                <a:solidFill>
                  <a:srgbClr val="333D4D"/>
                </a:solidFill>
                <a:latin typeface="Arial"/>
                <a:cs typeface="Arial"/>
              </a:rPr>
              <a:t>routes.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10902934" y="1836153"/>
            <a:ext cx="314960" cy="774065"/>
          </a:xfrm>
          <a:prstGeom prst="rect">
            <a:avLst/>
          </a:prstGeom>
          <a:solidFill>
            <a:srgbClr val="033160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pc="75" dirty="0">
                <a:solidFill>
                  <a:srgbClr val="FBFDFD"/>
                </a:solidFill>
              </a:rPr>
              <a:t>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970" y="1842831"/>
            <a:ext cx="1274200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8865" y="1827085"/>
            <a:ext cx="2422554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0073" y="1842831"/>
            <a:ext cx="644965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8658" y="1842831"/>
            <a:ext cx="534849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72163" y="1858581"/>
            <a:ext cx="157308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08126" y="1842831"/>
            <a:ext cx="534849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05899" y="1827085"/>
            <a:ext cx="582042" cy="59849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29234" y="346582"/>
            <a:ext cx="0" cy="1173480"/>
          </a:xfrm>
          <a:custGeom>
            <a:avLst/>
            <a:gdLst/>
            <a:ahLst/>
            <a:cxnLst/>
            <a:rect l="l" t="t" r="r" b="b"/>
            <a:pathLst>
              <a:path h="1173480">
                <a:moveTo>
                  <a:pt x="0" y="1173372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91091" y="33083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8200606" y="330832"/>
            <a:ext cx="1306195" cy="866775"/>
            <a:chOff x="18200606" y="330832"/>
            <a:chExt cx="1306195" cy="866775"/>
          </a:xfrm>
        </p:grpSpPr>
        <p:sp>
          <p:nvSpPr>
            <p:cNvPr id="12" name="object 12"/>
            <p:cNvSpPr/>
            <p:nvPr/>
          </p:nvSpPr>
          <p:spPr>
            <a:xfrm>
              <a:off x="18216337" y="330832"/>
              <a:ext cx="0" cy="866775"/>
            </a:xfrm>
            <a:custGeom>
              <a:avLst/>
              <a:gdLst/>
              <a:ahLst/>
              <a:cxnLst/>
              <a:rect l="l" t="t" r="r" b="b"/>
              <a:pathLst>
                <a:path h="866775">
                  <a:moveTo>
                    <a:pt x="0" y="86624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200606" y="1189205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9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17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spc="60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37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7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455256" y="637076"/>
            <a:ext cx="8128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6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spc="-4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spc="125" dirty="0">
                <a:solidFill>
                  <a:srgbClr val="999999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6309523" y="1836153"/>
            <a:ext cx="314960" cy="774065"/>
          </a:xfrm>
          <a:prstGeom prst="rect">
            <a:avLst/>
          </a:prstGeom>
          <a:solidFill>
            <a:srgbClr val="033162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pc="245" dirty="0">
                <a:solidFill>
                  <a:srgbClr val="FBFDFB"/>
                </a:solidFill>
              </a:rPr>
              <a:t>•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89237" y="4960435"/>
            <a:ext cx="423418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dirty="0">
                <a:solidFill>
                  <a:srgbClr val="85A17E"/>
                </a:solidFill>
                <a:latin typeface="Arial"/>
                <a:cs typeface="Arial"/>
              </a:rPr>
              <a:t>�</a:t>
            </a:r>
            <a:r>
              <a:rPr sz="2050" dirty="0">
                <a:solidFill>
                  <a:srgbClr val="0F0A11"/>
                </a:solidFill>
                <a:latin typeface="Arial"/>
                <a:cs typeface="Arial"/>
              </a:rPr>
              <a:t>REST</a:t>
            </a:r>
            <a:r>
              <a:rPr sz="1950" dirty="0">
                <a:solidFill>
                  <a:srgbClr val="0F0A11"/>
                </a:solidFill>
                <a:latin typeface="Arial"/>
                <a:cs typeface="Arial"/>
              </a:rPr>
              <a:t>vs</a:t>
            </a:r>
            <a:r>
              <a:rPr sz="1950" spc="-225" dirty="0">
                <a:solidFill>
                  <a:srgbClr val="0F0A11"/>
                </a:solidFill>
                <a:latin typeface="Arial"/>
                <a:cs typeface="Arial"/>
              </a:rPr>
              <a:t> </a:t>
            </a:r>
            <a:r>
              <a:rPr sz="2050" spc="-70" dirty="0">
                <a:solidFill>
                  <a:srgbClr val="0F0A11"/>
                </a:solidFill>
                <a:latin typeface="Arial"/>
                <a:cs typeface="Arial"/>
              </a:rPr>
              <a:t>GraphQL</a:t>
            </a:r>
            <a:r>
              <a:rPr sz="2050" spc="-80" dirty="0">
                <a:solidFill>
                  <a:srgbClr val="0F0A11"/>
                </a:solidFill>
                <a:latin typeface="Arial"/>
                <a:cs typeface="Arial"/>
              </a:rPr>
              <a:t> </a:t>
            </a:r>
            <a:r>
              <a:rPr sz="2050" spc="-45" dirty="0">
                <a:solidFill>
                  <a:srgbClr val="0F0A11"/>
                </a:solidFill>
                <a:latin typeface="Arial"/>
                <a:cs typeface="Arial"/>
              </a:rPr>
              <a:t>API</a:t>
            </a:r>
            <a:r>
              <a:rPr sz="2050" spc="-200" dirty="0">
                <a:solidFill>
                  <a:srgbClr val="0F0A11"/>
                </a:solidFill>
                <a:latin typeface="Arial"/>
                <a:cs typeface="Arial"/>
              </a:rPr>
              <a:t> </a:t>
            </a:r>
            <a:r>
              <a:rPr sz="2050" spc="-35" dirty="0">
                <a:solidFill>
                  <a:srgbClr val="0F0A11"/>
                </a:solidFill>
                <a:latin typeface="Arial"/>
                <a:cs typeface="Arial"/>
              </a:rPr>
              <a:t>Flow</a:t>
            </a:r>
            <a:r>
              <a:rPr sz="2050" spc="-195" dirty="0">
                <a:solidFill>
                  <a:srgbClr val="0F0A11"/>
                </a:solidFill>
                <a:latin typeface="Arial"/>
                <a:cs typeface="Arial"/>
              </a:rPr>
              <a:t> </a:t>
            </a:r>
            <a:r>
              <a:rPr sz="2050" spc="-130" dirty="0">
                <a:solidFill>
                  <a:srgbClr val="0F0A11"/>
                </a:solidFill>
                <a:latin typeface="Arial"/>
                <a:cs typeface="Arial"/>
              </a:rPr>
              <a:t>Diagram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44651" y="4590312"/>
            <a:ext cx="6010275" cy="692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65" dirty="0">
                <a:solidFill>
                  <a:srgbClr val="AA2A2D"/>
                </a:solidFill>
                <a:latin typeface="Arial"/>
                <a:cs typeface="Arial"/>
              </a:rPr>
              <a:t>Securing</a:t>
            </a:r>
            <a:r>
              <a:rPr sz="4350" b="1" spc="-21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229" dirty="0">
                <a:solidFill>
                  <a:srgbClr val="AA2A2D"/>
                </a:solidFill>
                <a:latin typeface="Arial"/>
                <a:cs typeface="Arial"/>
              </a:rPr>
              <a:t>Data</a:t>
            </a:r>
            <a:r>
              <a:rPr sz="4350" b="1" spc="-14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-10" dirty="0">
                <a:solidFill>
                  <a:srgbClr val="AA2A2D"/>
                </a:solidFill>
                <a:latin typeface="Arial"/>
                <a:cs typeface="Arial"/>
              </a:rPr>
              <a:t>Access</a:t>
            </a:r>
            <a:endParaRPr sz="4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43088" y="5618783"/>
            <a:ext cx="8743315" cy="251396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5715">
              <a:lnSpc>
                <a:spcPct val="131100"/>
              </a:lnSpc>
              <a:spcBef>
                <a:spcPts val="175"/>
              </a:spcBef>
            </a:pPr>
            <a:r>
              <a:rPr sz="3100" spc="114" dirty="0">
                <a:solidFill>
                  <a:srgbClr val="333D4D"/>
                </a:solidFill>
                <a:latin typeface="Arial"/>
                <a:cs typeface="Arial"/>
              </a:rPr>
              <a:t>Dashboards</a:t>
            </a:r>
            <a:r>
              <a:rPr sz="3100" spc="-4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215" dirty="0">
                <a:solidFill>
                  <a:srgbClr val="333D4D"/>
                </a:solidFill>
                <a:latin typeface="Arial"/>
                <a:cs typeface="Arial"/>
              </a:rPr>
              <a:t>query</a:t>
            </a:r>
            <a:r>
              <a:rPr sz="3100" spc="-2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30" dirty="0">
                <a:solidFill>
                  <a:srgbClr val="333D4D"/>
                </a:solidFill>
                <a:latin typeface="Arial"/>
                <a:cs typeface="Arial"/>
              </a:rPr>
              <a:t>data</a:t>
            </a:r>
            <a:r>
              <a:rPr sz="3100" spc="-19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00" dirty="0">
                <a:solidFill>
                  <a:srgbClr val="333D4D"/>
                </a:solidFill>
                <a:latin typeface="Arial"/>
                <a:cs typeface="Arial"/>
              </a:rPr>
              <a:t>via</a:t>
            </a:r>
            <a:r>
              <a:rPr sz="3100" spc="-19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-45" dirty="0">
                <a:solidFill>
                  <a:srgbClr val="03315E"/>
                </a:solidFill>
                <a:latin typeface="Arial"/>
                <a:cs typeface="Arial"/>
              </a:rPr>
              <a:t>REST</a:t>
            </a:r>
            <a:r>
              <a:rPr sz="3100" spc="-195" dirty="0">
                <a:solidFill>
                  <a:srgbClr val="03315E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333D4D"/>
                </a:solidFill>
                <a:latin typeface="Arial"/>
                <a:cs typeface="Arial"/>
              </a:rPr>
              <a:t>or</a:t>
            </a:r>
            <a:r>
              <a:rPr sz="3100" spc="3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65" dirty="0">
                <a:solidFill>
                  <a:srgbClr val="03315E"/>
                </a:solidFill>
                <a:latin typeface="Arial"/>
                <a:cs typeface="Arial"/>
              </a:rPr>
              <a:t>GraphQL</a:t>
            </a:r>
            <a:r>
              <a:rPr sz="3100" spc="165" dirty="0">
                <a:solidFill>
                  <a:srgbClr val="333D4D"/>
                </a:solidFill>
                <a:latin typeface="Arial"/>
                <a:cs typeface="Arial"/>
              </a:rPr>
              <a:t>. </a:t>
            </a:r>
            <a:r>
              <a:rPr sz="3100" spc="125" dirty="0">
                <a:solidFill>
                  <a:srgbClr val="333D4D"/>
                </a:solidFill>
                <a:latin typeface="Arial"/>
                <a:cs typeface="Arial"/>
              </a:rPr>
              <a:t>API</a:t>
            </a:r>
            <a:r>
              <a:rPr sz="3100" spc="-9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20" dirty="0">
                <a:solidFill>
                  <a:srgbClr val="333D4D"/>
                </a:solidFill>
                <a:latin typeface="Arial"/>
                <a:cs typeface="Arial"/>
              </a:rPr>
              <a:t>Gateways</a:t>
            </a:r>
            <a:r>
              <a:rPr sz="3100" spc="-10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50" dirty="0">
                <a:solidFill>
                  <a:srgbClr val="333D4D"/>
                </a:solidFill>
                <a:latin typeface="Arial"/>
                <a:cs typeface="Arial"/>
              </a:rPr>
              <a:t>handle</a:t>
            </a:r>
            <a:r>
              <a:rPr sz="3100" spc="-1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55" dirty="0">
                <a:solidFill>
                  <a:srgbClr val="333D4D"/>
                </a:solidFill>
                <a:latin typeface="Arial"/>
                <a:cs typeface="Arial"/>
              </a:rPr>
              <a:t>rate</a:t>
            </a:r>
            <a:r>
              <a:rPr sz="3100" spc="-1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210" dirty="0">
                <a:solidFill>
                  <a:srgbClr val="333D4D"/>
                </a:solidFill>
                <a:latin typeface="Arial"/>
                <a:cs typeface="Arial"/>
              </a:rPr>
              <a:t>limiting</a:t>
            </a:r>
            <a:r>
              <a:rPr sz="3100" spc="-3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90" dirty="0">
                <a:solidFill>
                  <a:srgbClr val="333D4D"/>
                </a:solidFill>
                <a:latin typeface="Arial"/>
                <a:cs typeface="Arial"/>
              </a:rPr>
              <a:t>and </a:t>
            </a:r>
            <a:r>
              <a:rPr sz="3100" spc="160" dirty="0">
                <a:solidFill>
                  <a:srgbClr val="333D4D"/>
                </a:solidFill>
                <a:latin typeface="Arial"/>
                <a:cs typeface="Arial"/>
              </a:rPr>
              <a:t>security</a:t>
            </a:r>
            <a:r>
              <a:rPr sz="3100" spc="-1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204" dirty="0">
                <a:solidFill>
                  <a:srgbClr val="333D4D"/>
                </a:solidFill>
                <a:latin typeface="Arial"/>
                <a:cs typeface="Arial"/>
              </a:rPr>
              <a:t>token</a:t>
            </a:r>
            <a:r>
              <a:rPr sz="3100" spc="-20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65" dirty="0">
                <a:solidFill>
                  <a:srgbClr val="333D4D"/>
                </a:solidFill>
                <a:latin typeface="Arial"/>
                <a:cs typeface="Arial"/>
              </a:rPr>
              <a:t>verification</a:t>
            </a:r>
            <a:r>
              <a:rPr sz="3100" spc="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75" dirty="0">
                <a:solidFill>
                  <a:srgbClr val="333D4D"/>
                </a:solidFill>
                <a:latin typeface="Arial"/>
                <a:cs typeface="Arial"/>
              </a:rPr>
              <a:t>to</a:t>
            </a:r>
            <a:r>
              <a:rPr sz="3100" spc="-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85" dirty="0">
                <a:solidFill>
                  <a:srgbClr val="333D4D"/>
                </a:solidFill>
                <a:latin typeface="Arial"/>
                <a:cs typeface="Arial"/>
              </a:rPr>
              <a:t>prevent</a:t>
            </a:r>
            <a:r>
              <a:rPr sz="3100" spc="-8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75" dirty="0">
                <a:solidFill>
                  <a:srgbClr val="333D4D"/>
                </a:solidFill>
                <a:latin typeface="Arial"/>
                <a:cs typeface="Arial"/>
              </a:rPr>
              <a:t>DDOS </a:t>
            </a:r>
            <a:r>
              <a:rPr sz="3100" spc="135" dirty="0">
                <a:solidFill>
                  <a:srgbClr val="333D4D"/>
                </a:solidFill>
                <a:latin typeface="Arial"/>
                <a:cs typeface="Arial"/>
              </a:rPr>
              <a:t>on</a:t>
            </a:r>
            <a:r>
              <a:rPr sz="3100" spc="11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125" dirty="0">
                <a:solidFill>
                  <a:srgbClr val="333D4D"/>
                </a:solidFill>
                <a:latin typeface="Arial"/>
                <a:cs typeface="Arial"/>
              </a:rPr>
              <a:t>loT</a:t>
            </a:r>
            <a:r>
              <a:rPr sz="3100" spc="10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100" spc="90" dirty="0">
                <a:solidFill>
                  <a:srgbClr val="333D4D"/>
                </a:solidFill>
                <a:latin typeface="Arial"/>
                <a:cs typeface="Arial"/>
              </a:rPr>
              <a:t>cores.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970" y="1827085"/>
            <a:ext cx="1636010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1904" y="1842831"/>
            <a:ext cx="471926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5084" y="1858581"/>
            <a:ext cx="1014640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38379" y="1858581"/>
            <a:ext cx="377540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50769" y="1842831"/>
            <a:ext cx="770812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00236" y="1842831"/>
            <a:ext cx="471926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23857" y="1669582"/>
            <a:ext cx="2391092" cy="9292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94766" y="6457569"/>
            <a:ext cx="1053968" cy="1889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200379" y="6709568"/>
            <a:ext cx="1195546" cy="6772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802750" y="6536318"/>
            <a:ext cx="707889" cy="3779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715139" y="6410319"/>
            <a:ext cx="991044" cy="50399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83225" y="330832"/>
            <a:ext cx="0" cy="1189355"/>
          </a:xfrm>
          <a:custGeom>
            <a:avLst/>
            <a:gdLst/>
            <a:ahLst/>
            <a:cxnLst/>
            <a:rect l="l" t="t" r="r" b="b"/>
            <a:pathLst>
              <a:path h="1189355">
                <a:moveTo>
                  <a:pt x="0" y="1189122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40814" y="5969318"/>
            <a:ext cx="0" cy="1559560"/>
          </a:xfrm>
          <a:custGeom>
            <a:avLst/>
            <a:gdLst/>
            <a:ahLst/>
            <a:cxnLst/>
            <a:rect l="l" t="t" r="r" b="b"/>
            <a:pathLst>
              <a:path h="1559559">
                <a:moveTo>
                  <a:pt x="0" y="1559246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6337" y="330832"/>
            <a:ext cx="0" cy="874394"/>
          </a:xfrm>
          <a:custGeom>
            <a:avLst/>
            <a:gdLst/>
            <a:ahLst/>
            <a:cxnLst/>
            <a:rect l="l" t="t" r="r" b="b"/>
            <a:pathLst>
              <a:path h="874394">
                <a:moveTo>
                  <a:pt x="0" y="874122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648937" y="6300068"/>
            <a:ext cx="0" cy="1055370"/>
          </a:xfrm>
          <a:custGeom>
            <a:avLst/>
            <a:gdLst/>
            <a:ahLst/>
            <a:cxnLst/>
            <a:rect l="l" t="t" r="r" b="b"/>
            <a:pathLst>
              <a:path h="1055370">
                <a:moveTo>
                  <a:pt x="0" y="1055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192742" y="1197080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4">
                <a:moveTo>
                  <a:pt x="0" y="0"/>
                </a:moveTo>
                <a:lnTo>
                  <a:pt x="130566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7772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964410" y="5969318"/>
            <a:ext cx="1715135" cy="0"/>
          </a:xfrm>
          <a:custGeom>
            <a:avLst/>
            <a:gdLst/>
            <a:ahLst/>
            <a:cxnLst/>
            <a:rect l="l" t="t" r="r" b="b"/>
            <a:pathLst>
              <a:path w="1715134">
                <a:moveTo>
                  <a:pt x="0" y="0"/>
                </a:moveTo>
                <a:lnTo>
                  <a:pt x="171466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508449" y="6292193"/>
            <a:ext cx="1132840" cy="0"/>
          </a:xfrm>
          <a:custGeom>
            <a:avLst/>
            <a:gdLst/>
            <a:ahLst/>
            <a:cxnLst/>
            <a:rect l="l" t="t" r="r" b="b"/>
            <a:pathLst>
              <a:path w="1132840">
                <a:moveTo>
                  <a:pt x="0" y="0"/>
                </a:moveTo>
                <a:lnTo>
                  <a:pt x="1132622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483529" y="6323693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>
                <a:moveTo>
                  <a:pt x="0" y="0"/>
                </a:moveTo>
                <a:lnTo>
                  <a:pt x="393271" y="0"/>
                </a:lnTo>
              </a:path>
            </a:pathLst>
          </a:custGeom>
          <a:ln w="86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516315" y="7355315"/>
            <a:ext cx="1116965" cy="0"/>
          </a:xfrm>
          <a:custGeom>
            <a:avLst/>
            <a:gdLst/>
            <a:ahLst/>
            <a:cxnLst/>
            <a:rect l="l" t="t" r="r" b="b"/>
            <a:pathLst>
              <a:path w="1116965">
                <a:moveTo>
                  <a:pt x="0" y="0"/>
                </a:moveTo>
                <a:lnTo>
                  <a:pt x="111689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948679" y="7528565"/>
            <a:ext cx="1731010" cy="0"/>
          </a:xfrm>
          <a:custGeom>
            <a:avLst/>
            <a:gdLst/>
            <a:ahLst/>
            <a:cxnLst/>
            <a:rect l="l" t="t" r="r" b="b"/>
            <a:pathLst>
              <a:path w="1731009">
                <a:moveTo>
                  <a:pt x="0" y="0"/>
                </a:moveTo>
                <a:lnTo>
                  <a:pt x="173039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679074" y="6071693"/>
            <a:ext cx="0" cy="1362710"/>
          </a:xfrm>
          <a:custGeom>
            <a:avLst/>
            <a:gdLst/>
            <a:ahLst/>
            <a:cxnLst/>
            <a:rect l="l" t="t" r="r" b="b"/>
            <a:pathLst>
              <a:path h="1362709">
                <a:moveTo>
                  <a:pt x="0" y="1362371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360095" y="6071693"/>
            <a:ext cx="0" cy="1488440"/>
          </a:xfrm>
          <a:custGeom>
            <a:avLst/>
            <a:gdLst/>
            <a:ahLst/>
            <a:cxnLst/>
            <a:rect l="l" t="t" r="r" b="b"/>
            <a:pathLst>
              <a:path h="1488440">
                <a:moveTo>
                  <a:pt x="0" y="1488371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476987" y="6315817"/>
            <a:ext cx="0" cy="86995"/>
          </a:xfrm>
          <a:custGeom>
            <a:avLst/>
            <a:gdLst/>
            <a:ahLst/>
            <a:cxnLst/>
            <a:rect l="l" t="t" r="r" b="b"/>
            <a:pathLst>
              <a:path h="86995">
                <a:moveTo>
                  <a:pt x="0" y="8662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064481" y="6544192"/>
            <a:ext cx="653415" cy="0"/>
          </a:xfrm>
          <a:custGeom>
            <a:avLst/>
            <a:gdLst/>
            <a:ahLst/>
            <a:cxnLst/>
            <a:rect l="l" t="t" r="r" b="b"/>
            <a:pathLst>
              <a:path w="653415">
                <a:moveTo>
                  <a:pt x="0" y="0"/>
                </a:moveTo>
                <a:lnTo>
                  <a:pt x="652830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476987" y="6402442"/>
            <a:ext cx="0" cy="858519"/>
          </a:xfrm>
          <a:custGeom>
            <a:avLst/>
            <a:gdLst/>
            <a:ahLst/>
            <a:cxnLst/>
            <a:rect l="l" t="t" r="r" b="b"/>
            <a:pathLst>
              <a:path h="858520">
                <a:moveTo>
                  <a:pt x="0" y="858372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064481" y="6544192"/>
            <a:ext cx="0" cy="79375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7874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717311" y="6536317"/>
            <a:ext cx="0" cy="86995"/>
          </a:xfrm>
          <a:custGeom>
            <a:avLst/>
            <a:gdLst/>
            <a:ahLst/>
            <a:cxnLst/>
            <a:rect l="l" t="t" r="r" b="b"/>
            <a:pathLst>
              <a:path h="86995">
                <a:moveTo>
                  <a:pt x="0" y="8662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648703" y="6796192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308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064481" y="6622942"/>
            <a:ext cx="0" cy="299720"/>
          </a:xfrm>
          <a:custGeom>
            <a:avLst/>
            <a:gdLst/>
            <a:ahLst/>
            <a:cxnLst/>
            <a:rect l="l" t="t" r="r" b="b"/>
            <a:pathLst>
              <a:path h="299720">
                <a:moveTo>
                  <a:pt x="0" y="29924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13705513" y="6622942"/>
            <a:ext cx="554990" cy="448945"/>
            <a:chOff x="13705513" y="6622942"/>
            <a:chExt cx="554990" cy="448945"/>
          </a:xfrm>
        </p:grpSpPr>
        <p:sp>
          <p:nvSpPr>
            <p:cNvPr id="35" name="object 35"/>
            <p:cNvSpPr/>
            <p:nvPr/>
          </p:nvSpPr>
          <p:spPr>
            <a:xfrm>
              <a:off x="13717311" y="6622942"/>
              <a:ext cx="0" cy="448945"/>
            </a:xfrm>
            <a:custGeom>
              <a:avLst/>
              <a:gdLst/>
              <a:ahLst/>
              <a:cxnLst/>
              <a:rect l="l" t="t" r="r" b="b"/>
              <a:pathLst>
                <a:path h="448945">
                  <a:moveTo>
                    <a:pt x="0" y="448873"/>
                  </a:moveTo>
                  <a:lnTo>
                    <a:pt x="0" y="0"/>
                  </a:lnTo>
                </a:path>
              </a:pathLst>
            </a:custGeom>
            <a:ln w="23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709446" y="6796191"/>
              <a:ext cx="551180" cy="0"/>
            </a:xfrm>
            <a:custGeom>
              <a:avLst/>
              <a:gdLst/>
              <a:ahLst/>
              <a:cxnLst/>
              <a:rect l="l" t="t" r="r" b="b"/>
              <a:pathLst>
                <a:path w="551180">
                  <a:moveTo>
                    <a:pt x="0" y="0"/>
                  </a:moveTo>
                  <a:lnTo>
                    <a:pt x="550580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15455571" y="6796192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>
                <a:moveTo>
                  <a:pt x="0" y="0"/>
                </a:moveTo>
                <a:lnTo>
                  <a:pt x="92025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056615" y="6922191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>
                <a:moveTo>
                  <a:pt x="0" y="0"/>
                </a:moveTo>
                <a:lnTo>
                  <a:pt x="676427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826336" y="6796192"/>
            <a:ext cx="0" cy="126364"/>
          </a:xfrm>
          <a:custGeom>
            <a:avLst/>
            <a:gdLst/>
            <a:ahLst/>
            <a:cxnLst/>
            <a:rect l="l" t="t" r="r" b="b"/>
            <a:pathLst>
              <a:path h="126365">
                <a:moveTo>
                  <a:pt x="0" y="1259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455571" y="6796192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25987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13060548" y="6922191"/>
            <a:ext cx="673100" cy="146050"/>
            <a:chOff x="13060548" y="6922191"/>
            <a:chExt cx="673100" cy="146050"/>
          </a:xfrm>
        </p:grpSpPr>
        <p:sp>
          <p:nvSpPr>
            <p:cNvPr id="42" name="object 42"/>
            <p:cNvSpPr/>
            <p:nvPr/>
          </p:nvSpPr>
          <p:spPr>
            <a:xfrm>
              <a:off x="13064481" y="6922191"/>
              <a:ext cx="0" cy="133985"/>
            </a:xfrm>
            <a:custGeom>
              <a:avLst/>
              <a:gdLst/>
              <a:ahLst/>
              <a:cxnLst/>
              <a:rect l="l" t="t" r="r" b="b"/>
              <a:pathLst>
                <a:path h="133984">
                  <a:moveTo>
                    <a:pt x="0" y="133874"/>
                  </a:moveTo>
                  <a:lnTo>
                    <a:pt x="0" y="0"/>
                  </a:lnTo>
                </a:path>
              </a:pathLst>
            </a:custGeom>
            <a:ln w="7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064481" y="7056066"/>
              <a:ext cx="668655" cy="0"/>
            </a:xfrm>
            <a:custGeom>
              <a:avLst/>
              <a:gdLst/>
              <a:ahLst/>
              <a:cxnLst/>
              <a:rect l="l" t="t" r="r" b="b"/>
              <a:pathLst>
                <a:path w="668655">
                  <a:moveTo>
                    <a:pt x="0" y="0"/>
                  </a:moveTo>
                  <a:lnTo>
                    <a:pt x="668561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14826336" y="6922191"/>
            <a:ext cx="0" cy="133985"/>
          </a:xfrm>
          <a:custGeom>
            <a:avLst/>
            <a:gdLst/>
            <a:ahLst/>
            <a:cxnLst/>
            <a:rect l="l" t="t" r="r" b="b"/>
            <a:pathLst>
              <a:path h="133984">
                <a:moveTo>
                  <a:pt x="0" y="13387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648703" y="7434065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30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679074" y="7434065"/>
            <a:ext cx="0" cy="126364"/>
          </a:xfrm>
          <a:custGeom>
            <a:avLst/>
            <a:gdLst/>
            <a:ahLst/>
            <a:cxnLst/>
            <a:rect l="l" t="t" r="r" b="b"/>
            <a:pathLst>
              <a:path h="126365">
                <a:moveTo>
                  <a:pt x="0" y="1259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37099" y="759131"/>
            <a:ext cx="174243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85" dirty="0">
                <a:solidFill>
                  <a:srgbClr val="979797"/>
                </a:solidFill>
                <a:latin typeface="Times New Roman"/>
                <a:cs typeface="Times New Roman"/>
              </a:rPr>
              <a:t>600</a:t>
            </a:r>
            <a:r>
              <a:rPr sz="1900" b="1" spc="200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1050" b="1" spc="55" dirty="0">
                <a:solidFill>
                  <a:srgbClr val="979797"/>
                </a:solidFill>
                <a:latin typeface="Arial"/>
                <a:cs typeface="Arial"/>
              </a:rPr>
              <a:t>X</a:t>
            </a:r>
            <a:r>
              <a:rPr sz="1050" b="1" spc="380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900" b="1" spc="60" dirty="0">
                <a:solidFill>
                  <a:srgbClr val="979797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8455256" y="637076"/>
            <a:ext cx="8128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65" dirty="0">
                <a:solidFill>
                  <a:srgbClr val="979797"/>
                </a:solidFill>
                <a:latin typeface="Times New Roman"/>
                <a:cs typeface="Times New Roman"/>
              </a:rPr>
              <a:t>600</a:t>
            </a:r>
            <a:r>
              <a:rPr sz="1450" spc="-40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1450" spc="125" dirty="0">
                <a:solidFill>
                  <a:srgbClr val="979797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9" name="object 49" descr="$PPTXTitle"/>
          <p:cNvSpPr txBox="1">
            <a:spLocks noGrp="1"/>
          </p:cNvSpPr>
          <p:nvPr>
            <p:ph type="title"/>
          </p:nvPr>
        </p:nvSpPr>
        <p:spPr>
          <a:xfrm>
            <a:off x="3650767" y="1735633"/>
            <a:ext cx="25209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229" dirty="0">
                <a:solidFill>
                  <a:srgbClr val="033160"/>
                </a:solidFill>
              </a:rPr>
              <a:t>-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648587" y="1735633"/>
            <a:ext cx="25209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229" dirty="0">
                <a:solidFill>
                  <a:srgbClr val="033160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6731" y="4594249"/>
            <a:ext cx="54311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solidFill>
                  <a:srgbClr val="AA2A2D"/>
                </a:solidFill>
                <a:latin typeface="Arial"/>
                <a:cs typeface="Arial"/>
              </a:rPr>
              <a:t>The</a:t>
            </a:r>
            <a:r>
              <a:rPr sz="4400" b="1" spc="-40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400" b="1" spc="114" dirty="0">
                <a:solidFill>
                  <a:srgbClr val="AA2A2D"/>
                </a:solidFill>
                <a:latin typeface="Arial"/>
                <a:cs typeface="Arial"/>
              </a:rPr>
              <a:t>Firmware</a:t>
            </a:r>
            <a:r>
              <a:rPr sz="4400" b="1" spc="-254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400" b="1" spc="55" dirty="0">
                <a:solidFill>
                  <a:srgbClr val="AA2A2D"/>
                </a:solidFill>
                <a:latin typeface="Arial"/>
                <a:cs typeface="Arial"/>
              </a:rPr>
              <a:t>Cycle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0160" marR="5080" indent="2540">
              <a:lnSpc>
                <a:spcPct val="123200"/>
              </a:lnSpc>
              <a:spcBef>
                <a:spcPts val="175"/>
              </a:spcBef>
            </a:pPr>
            <a:r>
              <a:rPr sz="3300" b="1" spc="-75" dirty="0">
                <a:solidFill>
                  <a:srgbClr val="2F3F49"/>
                </a:solidFill>
                <a:latin typeface="Arial"/>
                <a:cs typeface="Arial"/>
              </a:rPr>
              <a:t>Cloud</a:t>
            </a:r>
            <a:r>
              <a:rPr sz="3300" b="1" spc="-120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90" dirty="0">
                <a:solidFill>
                  <a:srgbClr val="2F3F49"/>
                </a:solidFill>
                <a:latin typeface="Arial"/>
                <a:cs typeface="Arial"/>
              </a:rPr>
              <a:t>visualization</a:t>
            </a:r>
            <a:r>
              <a:rPr sz="3300" b="1" spc="-4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114" dirty="0">
                <a:solidFill>
                  <a:srgbClr val="2F3F49"/>
                </a:solidFill>
                <a:latin typeface="Arial"/>
                <a:cs typeface="Arial"/>
              </a:rPr>
              <a:t>isn't</a:t>
            </a:r>
            <a:r>
              <a:rPr sz="3300" b="1" spc="-170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110" dirty="0">
                <a:solidFill>
                  <a:srgbClr val="2F3F49"/>
                </a:solidFill>
                <a:latin typeface="Arial"/>
                <a:cs typeface="Arial"/>
              </a:rPr>
              <a:t>just</a:t>
            </a:r>
            <a:r>
              <a:rPr sz="3300" b="1" spc="-22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60" dirty="0">
                <a:solidFill>
                  <a:srgbClr val="2F3F49"/>
                </a:solidFill>
                <a:latin typeface="Arial"/>
                <a:cs typeface="Arial"/>
              </a:rPr>
              <a:t>about</a:t>
            </a:r>
            <a:r>
              <a:rPr sz="3300" b="1" spc="-16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50" dirty="0">
                <a:solidFill>
                  <a:srgbClr val="2F3F49"/>
                </a:solidFill>
                <a:latin typeface="Arial"/>
                <a:cs typeface="Arial"/>
              </a:rPr>
              <a:t>reading; </a:t>
            </a:r>
            <a:r>
              <a:rPr sz="3300" b="1" spc="-80" dirty="0">
                <a:solidFill>
                  <a:srgbClr val="2F3F49"/>
                </a:solidFill>
                <a:latin typeface="Arial"/>
                <a:cs typeface="Arial"/>
              </a:rPr>
              <a:t>it's</a:t>
            </a:r>
            <a:r>
              <a:rPr sz="3300" b="1" spc="-170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50" dirty="0">
                <a:solidFill>
                  <a:srgbClr val="2F3F49"/>
                </a:solidFill>
                <a:latin typeface="Arial"/>
                <a:cs typeface="Arial"/>
              </a:rPr>
              <a:t>about</a:t>
            </a:r>
            <a:r>
              <a:rPr sz="3300" b="1" spc="2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033160"/>
                </a:solidFill>
                <a:latin typeface="Arial"/>
                <a:cs typeface="Arial"/>
              </a:rPr>
              <a:t>Management</a:t>
            </a:r>
            <a:r>
              <a:rPr sz="3300" b="1" dirty="0">
                <a:solidFill>
                  <a:srgbClr val="2F3F49"/>
                </a:solidFill>
                <a:latin typeface="Arial"/>
                <a:cs typeface="Arial"/>
              </a:rPr>
              <a:t>.</a:t>
            </a:r>
            <a:r>
              <a:rPr sz="3300" b="1" spc="-53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80" dirty="0">
                <a:solidFill>
                  <a:srgbClr val="2F3F49"/>
                </a:solidFill>
                <a:latin typeface="Arial"/>
                <a:cs typeface="Arial"/>
              </a:rPr>
              <a:t>OTA</a:t>
            </a:r>
            <a:r>
              <a:rPr sz="3300" b="1" spc="-190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100" dirty="0">
                <a:solidFill>
                  <a:srgbClr val="2F3F49"/>
                </a:solidFill>
                <a:latin typeface="Arial"/>
                <a:cs typeface="Arial"/>
              </a:rPr>
              <a:t>updates</a:t>
            </a:r>
            <a:r>
              <a:rPr sz="3300" b="1" spc="-9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20" dirty="0">
                <a:solidFill>
                  <a:srgbClr val="2F3F49"/>
                </a:solidFill>
                <a:latin typeface="Arial"/>
                <a:cs typeface="Arial"/>
              </a:rPr>
              <a:t>push </a:t>
            </a:r>
            <a:r>
              <a:rPr sz="3300" b="1" spc="-90" dirty="0">
                <a:solidFill>
                  <a:srgbClr val="2F3F49"/>
                </a:solidFill>
                <a:latin typeface="Arial"/>
                <a:cs typeface="Arial"/>
              </a:rPr>
              <a:t>security</a:t>
            </a:r>
            <a:r>
              <a:rPr sz="3300" b="1" spc="-22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135" dirty="0">
                <a:solidFill>
                  <a:srgbClr val="2F3F49"/>
                </a:solidFill>
                <a:latin typeface="Arial"/>
                <a:cs typeface="Arial"/>
              </a:rPr>
              <a:t>patches</a:t>
            </a:r>
            <a:r>
              <a:rPr sz="3300" b="1" spc="-90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2F3F49"/>
                </a:solidFill>
                <a:latin typeface="Arial"/>
                <a:cs typeface="Arial"/>
              </a:rPr>
              <a:t>to</a:t>
            </a:r>
            <a:r>
              <a:rPr sz="3300" b="1" spc="-170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50" dirty="0">
                <a:solidFill>
                  <a:srgbClr val="2F3F49"/>
                </a:solidFill>
                <a:latin typeface="Arial"/>
                <a:cs typeface="Arial"/>
              </a:rPr>
              <a:t>10k+</a:t>
            </a:r>
            <a:r>
              <a:rPr sz="3300" b="1" spc="-240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2F3F49"/>
                </a:solidFill>
                <a:latin typeface="Arial"/>
                <a:cs typeface="Arial"/>
              </a:rPr>
              <a:t>nodes </a:t>
            </a:r>
            <a:r>
              <a:rPr sz="3300" b="1" spc="-40" dirty="0">
                <a:solidFill>
                  <a:srgbClr val="2F3F49"/>
                </a:solidFill>
                <a:latin typeface="Arial"/>
                <a:cs typeface="Arial"/>
              </a:rPr>
              <a:t>simultaneously.</a:t>
            </a:r>
            <a:endParaRPr sz="33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531552" y="5523951"/>
            <a:ext cx="956310" cy="2895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750" b="1" spc="10" dirty="0">
                <a:solidFill>
                  <a:srgbClr val="242628"/>
                </a:solidFill>
                <a:latin typeface="Arial"/>
                <a:cs typeface="Arial"/>
              </a:rPr>
              <a:t>Connected</a:t>
            </a:r>
            <a:r>
              <a:rPr sz="750" b="1" spc="90" dirty="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242628"/>
                </a:solidFill>
                <a:latin typeface="Arial"/>
                <a:cs typeface="Arial"/>
              </a:rPr>
              <a:t>Devices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solidFill>
                  <a:srgbClr val="242628"/>
                </a:solidFill>
                <a:latin typeface="Arial"/>
                <a:cs typeface="Arial"/>
              </a:rPr>
              <a:t>In</a:t>
            </a:r>
            <a:r>
              <a:rPr sz="800" spc="135" dirty="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750" b="1" spc="10" dirty="0">
                <a:solidFill>
                  <a:srgbClr val="161616"/>
                </a:solidFill>
                <a:latin typeface="Arial"/>
                <a:cs typeface="Arial"/>
              </a:rPr>
              <a:t>the</a:t>
            </a:r>
            <a:r>
              <a:rPr sz="750" b="1" spc="-7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242628"/>
                </a:solidFill>
                <a:latin typeface="Arial"/>
                <a:cs typeface="Arial"/>
              </a:rPr>
              <a:t>Field</a:t>
            </a:r>
            <a:endParaRPr sz="7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771553" y="5917245"/>
            <a:ext cx="54038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u="sng" spc="-555" dirty="0">
                <a:solidFill>
                  <a:srgbClr val="242628"/>
                </a:solidFill>
                <a:uFill>
                  <a:solidFill>
                    <a:srgbClr val="242628"/>
                  </a:solidFill>
                </a:uFill>
                <a:latin typeface="Arial"/>
                <a:cs typeface="Arial"/>
              </a:rPr>
              <a:t>(&lt;</a:t>
            </a:r>
            <a:r>
              <a:rPr sz="2100" u="sng" spc="-555" dirty="0">
                <a:solidFill>
                  <a:srgbClr val="2F3F49"/>
                </a:solidFill>
                <a:uFill>
                  <a:solidFill>
                    <a:srgbClr val="242628"/>
                  </a:solidFill>
                </a:uFill>
                <a:latin typeface="Arial"/>
                <a:cs typeface="Arial"/>
              </a:rPr>
              <a:t>&lt;</a:t>
            </a:r>
            <a:r>
              <a:rPr sz="2100" u="sng" spc="-555" dirty="0">
                <a:uFill>
                  <a:solidFill>
                    <a:srgbClr val="242628"/>
                  </a:solidFill>
                </a:uFill>
                <a:latin typeface="Arial"/>
                <a:cs typeface="Arial"/>
              </a:rPr>
              <a:t>l</a:t>
            </a:r>
            <a:r>
              <a:rPr sz="2100" u="sng" spc="-555" dirty="0">
                <a:solidFill>
                  <a:srgbClr val="242628"/>
                </a:solidFill>
                <a:uFill>
                  <a:solidFill>
                    <a:srgbClr val="242628"/>
                  </a:solidFill>
                </a:uFill>
                <a:latin typeface="Arial"/>
                <a:cs typeface="Arial"/>
              </a:rPr>
              <a:t>(�)r»</a:t>
            </a:r>
            <a:endParaRPr sz="21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131133" y="5999932"/>
            <a:ext cx="604520" cy="309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0" marR="5080" indent="-89535">
              <a:lnSpc>
                <a:spcPct val="124000"/>
              </a:lnSpc>
              <a:spcBef>
                <a:spcPts val="95"/>
              </a:spcBef>
            </a:pPr>
            <a:r>
              <a:rPr sz="750" b="1" spc="-10" dirty="0">
                <a:solidFill>
                  <a:srgbClr val="242628"/>
                </a:solidFill>
                <a:latin typeface="Arial"/>
                <a:cs typeface="Arial"/>
              </a:rPr>
              <a:t>Engineering Con</a:t>
            </a:r>
            <a:r>
              <a:rPr sz="750" b="1" spc="-10" dirty="0">
                <a:solidFill>
                  <a:srgbClr val="2F3F49"/>
                </a:solidFill>
                <a:latin typeface="Arial"/>
                <a:cs typeface="Arial"/>
              </a:rPr>
              <a:t>s</a:t>
            </a:r>
            <a:r>
              <a:rPr sz="750" b="1" spc="-10" dirty="0">
                <a:solidFill>
                  <a:srgbClr val="242628"/>
                </a:solidFill>
                <a:latin typeface="Arial"/>
                <a:cs typeface="Arial"/>
              </a:rPr>
              <a:t>o</a:t>
            </a:r>
            <a:r>
              <a:rPr sz="750" b="1" spc="-10" dirty="0">
                <a:solidFill>
                  <a:srgbClr val="464646"/>
                </a:solidFill>
                <a:latin typeface="Arial"/>
                <a:cs typeface="Arial"/>
              </a:rPr>
              <a:t>l</a:t>
            </a:r>
            <a:r>
              <a:rPr sz="750" b="1" spc="-10" dirty="0">
                <a:solidFill>
                  <a:srgbClr val="242628"/>
                </a:solidFill>
                <a:latin typeface="Arial"/>
                <a:cs typeface="Arial"/>
              </a:rPr>
              <a:t>e</a:t>
            </a:r>
            <a:endParaRPr sz="7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645027" y="5999932"/>
            <a:ext cx="1021080" cy="309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625" marR="5080" indent="-162560">
              <a:lnSpc>
                <a:spcPct val="124000"/>
              </a:lnSpc>
              <a:spcBef>
                <a:spcPts val="95"/>
              </a:spcBef>
            </a:pPr>
            <a:r>
              <a:rPr sz="750" b="1" spc="10" dirty="0">
                <a:solidFill>
                  <a:srgbClr val="242628"/>
                </a:solidFill>
                <a:latin typeface="Arial"/>
                <a:cs typeface="Arial"/>
              </a:rPr>
              <a:t>Secure</a:t>
            </a:r>
            <a:r>
              <a:rPr sz="750" b="1" spc="-90" dirty="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750" b="1" spc="10" dirty="0">
                <a:solidFill>
                  <a:srgbClr val="242628"/>
                </a:solidFill>
                <a:latin typeface="Arial"/>
                <a:cs typeface="Arial"/>
              </a:rPr>
              <a:t>OT</a:t>
            </a:r>
            <a:r>
              <a:rPr sz="750" b="1" spc="10" dirty="0">
                <a:latin typeface="Arial"/>
                <a:cs typeface="Arial"/>
              </a:rPr>
              <a:t>A</a:t>
            </a:r>
            <a:r>
              <a:rPr sz="750" b="1" spc="55" dirty="0"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242628"/>
                </a:solidFill>
                <a:latin typeface="Arial"/>
                <a:cs typeface="Arial"/>
              </a:rPr>
              <a:t>Delivery </a:t>
            </a:r>
            <a:r>
              <a:rPr sz="750" b="1" spc="-10" dirty="0">
                <a:solidFill>
                  <a:srgbClr val="161616"/>
                </a:solidFill>
                <a:latin typeface="Arial"/>
                <a:cs typeface="Arial"/>
              </a:rPr>
              <a:t>Infrastructure</a:t>
            </a:r>
            <a:endParaRPr sz="7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624338" y="6169245"/>
            <a:ext cx="10223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0" dirty="0">
                <a:solidFill>
                  <a:srgbClr val="42BDC4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907491" y="6129870"/>
            <a:ext cx="2012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42BDC4"/>
                </a:solidFill>
                <a:latin typeface="Arial"/>
                <a:cs typeface="Arial"/>
              </a:rPr>
              <a:t>•</a:t>
            </a:r>
            <a:r>
              <a:rPr sz="2100" spc="-25" dirty="0">
                <a:solidFill>
                  <a:srgbClr val="42BDC4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928766" y="6346432"/>
            <a:ext cx="13652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50" spc="-725" dirty="0">
                <a:latin typeface="Arial"/>
                <a:cs typeface="Arial"/>
              </a:rPr>
              <a:t>✓</a:t>
            </a:r>
            <a:endParaRPr sz="17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771553" y="6633868"/>
            <a:ext cx="47815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u="sng" spc="-615" dirty="0">
                <a:solidFill>
                  <a:srgbClr val="242628"/>
                </a:solidFill>
                <a:uFill>
                  <a:solidFill>
                    <a:srgbClr val="242628"/>
                  </a:solidFill>
                </a:uFill>
                <a:latin typeface="Arial"/>
                <a:cs typeface="Arial"/>
              </a:rPr>
              <a:t>(&lt;&lt;l(�)r»</a:t>
            </a:r>
            <a:endParaRPr sz="21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665551" y="6630719"/>
            <a:ext cx="822325" cy="6007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ct val="118400"/>
              </a:lnSpc>
              <a:spcBef>
                <a:spcPts val="75"/>
              </a:spcBef>
            </a:pPr>
            <a:r>
              <a:rPr sz="800" dirty="0">
                <a:solidFill>
                  <a:srgbClr val="2F3F49"/>
                </a:solidFill>
                <a:latin typeface="Arial"/>
                <a:cs typeface="Arial"/>
              </a:rPr>
              <a:t>Rece</a:t>
            </a:r>
            <a:r>
              <a:rPr sz="800" dirty="0">
                <a:solidFill>
                  <a:srgbClr val="385E62"/>
                </a:solidFill>
                <a:latin typeface="Arial"/>
                <a:cs typeface="Arial"/>
              </a:rPr>
              <a:t>i</a:t>
            </a:r>
            <a:r>
              <a:rPr sz="800" dirty="0">
                <a:solidFill>
                  <a:srgbClr val="2F3F49"/>
                </a:solidFill>
                <a:latin typeface="Arial"/>
                <a:cs typeface="Arial"/>
              </a:rPr>
              <a:t>v</a:t>
            </a:r>
            <a:r>
              <a:rPr sz="800" dirty="0">
                <a:solidFill>
                  <a:srgbClr val="385E62"/>
                </a:solidFill>
                <a:latin typeface="Arial"/>
                <a:cs typeface="Arial"/>
              </a:rPr>
              <a:t>i</a:t>
            </a:r>
            <a:r>
              <a:rPr sz="800" dirty="0">
                <a:solidFill>
                  <a:srgbClr val="2F3F49"/>
                </a:solidFill>
                <a:latin typeface="Arial"/>
                <a:cs typeface="Arial"/>
              </a:rPr>
              <a:t>ng</a:t>
            </a:r>
            <a:r>
              <a:rPr sz="800" spc="1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F3F49"/>
                </a:solidFill>
                <a:latin typeface="Arial"/>
                <a:cs typeface="Arial"/>
              </a:rPr>
              <a:t>sec</a:t>
            </a:r>
            <a:r>
              <a:rPr sz="800" spc="-10" dirty="0">
                <a:solidFill>
                  <a:srgbClr val="385E62"/>
                </a:solidFill>
                <a:latin typeface="Arial"/>
                <a:cs typeface="Arial"/>
              </a:rPr>
              <a:t>u</a:t>
            </a:r>
            <a:r>
              <a:rPr sz="800" spc="-10" dirty="0">
                <a:solidFill>
                  <a:srgbClr val="0C262A"/>
                </a:solidFill>
                <a:latin typeface="Arial"/>
                <a:cs typeface="Arial"/>
              </a:rPr>
              <a:t>r</a:t>
            </a:r>
            <a:r>
              <a:rPr sz="800" spc="-10" dirty="0">
                <a:solidFill>
                  <a:srgbClr val="2F3F49"/>
                </a:solidFill>
                <a:latin typeface="Arial"/>
                <a:cs typeface="Arial"/>
              </a:rPr>
              <a:t>e</a:t>
            </a:r>
            <a:r>
              <a:rPr sz="800" spc="-10" dirty="0">
                <a:solidFill>
                  <a:srgbClr val="4F7579"/>
                </a:solidFill>
                <a:latin typeface="Arial"/>
                <a:cs typeface="Arial"/>
              </a:rPr>
              <a:t>, </a:t>
            </a:r>
            <a:r>
              <a:rPr sz="800" dirty="0">
                <a:solidFill>
                  <a:srgbClr val="2F3F49"/>
                </a:solidFill>
                <a:latin typeface="Arial"/>
                <a:cs typeface="Arial"/>
              </a:rPr>
              <a:t>wi</a:t>
            </a:r>
            <a:r>
              <a:rPr sz="800" dirty="0">
                <a:solidFill>
                  <a:srgbClr val="385E62"/>
                </a:solidFill>
                <a:latin typeface="Arial"/>
                <a:cs typeface="Arial"/>
              </a:rPr>
              <a:t>r</a:t>
            </a:r>
            <a:r>
              <a:rPr sz="800" dirty="0">
                <a:solidFill>
                  <a:srgbClr val="2F3F49"/>
                </a:solidFill>
                <a:latin typeface="Arial"/>
                <a:cs typeface="Arial"/>
              </a:rPr>
              <a:t>e</a:t>
            </a:r>
            <a:r>
              <a:rPr sz="800" dirty="0">
                <a:solidFill>
                  <a:srgbClr val="385E62"/>
                </a:solidFill>
                <a:latin typeface="Arial"/>
                <a:cs typeface="Arial"/>
              </a:rPr>
              <a:t>l</a:t>
            </a:r>
            <a:r>
              <a:rPr sz="800" dirty="0">
                <a:solidFill>
                  <a:srgbClr val="2F3F49"/>
                </a:solidFill>
                <a:latin typeface="Arial"/>
                <a:cs typeface="Arial"/>
              </a:rPr>
              <a:t>ess</a:t>
            </a:r>
            <a:r>
              <a:rPr sz="800" spc="4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385E62"/>
                </a:solidFill>
                <a:latin typeface="Arial"/>
                <a:cs typeface="Arial"/>
              </a:rPr>
              <a:t>u</a:t>
            </a:r>
            <a:r>
              <a:rPr sz="800" spc="-10" dirty="0">
                <a:solidFill>
                  <a:srgbClr val="2F3F49"/>
                </a:solidFill>
                <a:latin typeface="Arial"/>
                <a:cs typeface="Arial"/>
              </a:rPr>
              <a:t>pdates </a:t>
            </a:r>
            <a:r>
              <a:rPr sz="800" spc="10" dirty="0">
                <a:solidFill>
                  <a:srgbClr val="2F3F49"/>
                </a:solidFill>
                <a:latin typeface="Arial"/>
                <a:cs typeface="Arial"/>
              </a:rPr>
              <a:t>w</a:t>
            </a:r>
            <a:r>
              <a:rPr sz="800" spc="10" dirty="0">
                <a:solidFill>
                  <a:srgbClr val="385E62"/>
                </a:solidFill>
                <a:latin typeface="Arial"/>
                <a:cs typeface="Arial"/>
              </a:rPr>
              <a:t>i</a:t>
            </a:r>
            <a:r>
              <a:rPr sz="800" spc="10" dirty="0">
                <a:solidFill>
                  <a:srgbClr val="2F3F49"/>
                </a:solidFill>
                <a:latin typeface="Arial"/>
                <a:cs typeface="Arial"/>
              </a:rPr>
              <a:t>thout</a:t>
            </a:r>
            <a:r>
              <a:rPr sz="800" spc="175" dirty="0">
                <a:solidFill>
                  <a:srgbClr val="2F3F4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F3F49"/>
                </a:solidFill>
                <a:latin typeface="Arial"/>
                <a:cs typeface="Arial"/>
              </a:rPr>
              <a:t>manua</a:t>
            </a:r>
            <a:r>
              <a:rPr sz="800" spc="-10" dirty="0">
                <a:solidFill>
                  <a:srgbClr val="385E62"/>
                </a:solidFill>
                <a:latin typeface="Arial"/>
                <a:cs typeface="Arial"/>
              </a:rPr>
              <a:t>l i</a:t>
            </a:r>
            <a:r>
              <a:rPr sz="800" spc="-10" dirty="0">
                <a:solidFill>
                  <a:srgbClr val="2F3F49"/>
                </a:solidFill>
                <a:latin typeface="Arial"/>
                <a:cs typeface="Arial"/>
              </a:rPr>
              <a:t>ntervention.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360099" y="6728368"/>
            <a:ext cx="901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185" dirty="0">
                <a:solidFill>
                  <a:srgbClr val="42BDC4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304679" y="6956742"/>
            <a:ext cx="21082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dirty="0">
                <a:solidFill>
                  <a:srgbClr val="62B5BC"/>
                </a:solidFill>
                <a:latin typeface="Arial"/>
                <a:cs typeface="Arial"/>
              </a:rPr>
              <a:t>•</a:t>
            </a:r>
            <a:r>
              <a:rPr sz="1000" spc="475" dirty="0">
                <a:solidFill>
                  <a:srgbClr val="62B5BC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62B5BC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986061" y="7273318"/>
            <a:ext cx="894715" cy="381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065" marR="5080" indent="20955" algn="ctr">
              <a:lnSpc>
                <a:spcPct val="115999"/>
              </a:lnSpc>
              <a:spcBef>
                <a:spcPts val="114"/>
              </a:spcBef>
            </a:pPr>
            <a:r>
              <a:rPr sz="650" spc="20" dirty="0">
                <a:solidFill>
                  <a:srgbClr val="565656"/>
                </a:solidFill>
                <a:latin typeface="Arial"/>
                <a:cs typeface="Arial"/>
              </a:rPr>
              <a:t>Where</a:t>
            </a:r>
            <a:r>
              <a:rPr sz="650" spc="10" dirty="0">
                <a:solidFill>
                  <a:srgbClr val="56565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66666"/>
                </a:solidFill>
                <a:latin typeface="Arial"/>
                <a:cs typeface="Arial"/>
              </a:rPr>
              <a:t>firmware</a:t>
            </a:r>
            <a:r>
              <a:rPr sz="650" spc="5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565656"/>
                </a:solidFill>
                <a:latin typeface="Arial"/>
                <a:cs typeface="Arial"/>
              </a:rPr>
              <a:t>upda</a:t>
            </a:r>
            <a:r>
              <a:rPr sz="650" spc="10" dirty="0">
                <a:solidFill>
                  <a:srgbClr val="2F3F49"/>
                </a:solidFill>
                <a:latin typeface="Arial"/>
                <a:cs typeface="Arial"/>
              </a:rPr>
              <a:t>t</a:t>
            </a:r>
            <a:r>
              <a:rPr sz="650" spc="10" dirty="0">
                <a:solidFill>
                  <a:srgbClr val="565656"/>
                </a:solidFill>
                <a:latin typeface="Arial"/>
                <a:cs typeface="Arial"/>
              </a:rPr>
              <a:t>es</a:t>
            </a:r>
            <a:r>
              <a:rPr sz="650" spc="5" dirty="0">
                <a:solidFill>
                  <a:srgbClr val="565656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650" spc="10" dirty="0">
                <a:solidFill>
                  <a:srgbClr val="2F3F49"/>
                </a:solidFill>
                <a:latin typeface="Arial"/>
                <a:cs typeface="Arial"/>
              </a:rPr>
              <a:t>r</a:t>
            </a:r>
            <a:r>
              <a:rPr sz="650" spc="10" dirty="0">
                <a:solidFill>
                  <a:srgbClr val="565656"/>
                </a:solidFill>
                <a:latin typeface="Arial"/>
                <a:cs typeface="Arial"/>
              </a:rPr>
              <a:t>e</a:t>
            </a:r>
            <a:r>
              <a:rPr sz="650" spc="20" dirty="0">
                <a:solidFill>
                  <a:srgbClr val="56565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464646"/>
                </a:solidFill>
                <a:latin typeface="Arial"/>
                <a:cs typeface="Arial"/>
              </a:rPr>
              <a:t>bu</a:t>
            </a:r>
            <a:r>
              <a:rPr sz="650" spc="-10" dirty="0">
                <a:solidFill>
                  <a:srgbClr val="979797"/>
                </a:solidFill>
                <a:latin typeface="Arial"/>
                <a:cs typeface="Arial"/>
              </a:rPr>
              <a:t>i</a:t>
            </a:r>
            <a:r>
              <a:rPr sz="650" spc="-10" dirty="0">
                <a:solidFill>
                  <a:srgbClr val="666666"/>
                </a:solidFill>
                <a:latin typeface="Arial"/>
                <a:cs typeface="Arial"/>
              </a:rPr>
              <a:t>lt,</a:t>
            </a:r>
            <a:r>
              <a:rPr sz="650" spc="5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65656"/>
                </a:solidFill>
                <a:latin typeface="Arial"/>
                <a:cs typeface="Arial"/>
              </a:rPr>
              <a:t>s</a:t>
            </a:r>
            <a:r>
              <a:rPr sz="700" spc="-10" dirty="0">
                <a:solidFill>
                  <a:srgbClr val="828282"/>
                </a:solidFill>
                <a:latin typeface="Arial"/>
                <a:cs typeface="Arial"/>
              </a:rPr>
              <a:t>i</a:t>
            </a:r>
            <a:r>
              <a:rPr sz="700" spc="-10" dirty="0">
                <a:solidFill>
                  <a:srgbClr val="565656"/>
                </a:solidFill>
                <a:latin typeface="Arial"/>
                <a:cs typeface="Arial"/>
              </a:rPr>
              <a:t>gned</a:t>
            </a:r>
            <a:r>
              <a:rPr sz="700" spc="-10" dirty="0">
                <a:solidFill>
                  <a:srgbClr val="828282"/>
                </a:solidFill>
                <a:latin typeface="Arial"/>
                <a:cs typeface="Arial"/>
              </a:rPr>
              <a:t>,</a:t>
            </a:r>
            <a:r>
              <a:rPr sz="700" spc="65" dirty="0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sz="700" spc="-20" dirty="0">
                <a:solidFill>
                  <a:srgbClr val="565656"/>
                </a:solidFill>
                <a:latin typeface="Arial"/>
                <a:cs typeface="Arial"/>
              </a:rPr>
              <a:t>manag-</a:t>
            </a:r>
            <a:r>
              <a:rPr sz="700" spc="-25" dirty="0">
                <a:solidFill>
                  <a:srgbClr val="565656"/>
                </a:solidFill>
                <a:latin typeface="Arial"/>
                <a:cs typeface="Arial"/>
              </a:rPr>
              <a:t>&amp;d</a:t>
            </a:r>
            <a:r>
              <a:rPr sz="700" spc="-25" dirty="0">
                <a:solidFill>
                  <a:srgbClr val="828282"/>
                </a:solidFill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638877" y="7287492"/>
            <a:ext cx="1039494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565656"/>
                </a:solidFill>
                <a:latin typeface="Times New Roman"/>
                <a:cs typeface="Times New Roman"/>
              </a:rPr>
              <a:t>En&lt;;:rypted,</a:t>
            </a:r>
            <a:r>
              <a:rPr sz="650" spc="15" dirty="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sz="650" spc="35" dirty="0">
                <a:solidFill>
                  <a:srgbClr val="666666"/>
                </a:solidFill>
                <a:latin typeface="Times New Roman"/>
                <a:cs typeface="Times New Roman"/>
              </a:rPr>
              <a:t>3u</a:t>
            </a:r>
            <a:r>
              <a:rPr sz="650" spc="35" dirty="0">
                <a:solidFill>
                  <a:srgbClr val="2F3F49"/>
                </a:solidFill>
                <a:latin typeface="Times New Roman"/>
                <a:cs typeface="Times New Roman"/>
              </a:rPr>
              <a:t>t</a:t>
            </a:r>
            <a:r>
              <a:rPr sz="650" spc="35" dirty="0">
                <a:solidFill>
                  <a:srgbClr val="666666"/>
                </a:solidFill>
                <a:latin typeface="Times New Roman"/>
                <a:cs typeface="Times New Roman"/>
              </a:rPr>
              <a:t>hen</a:t>
            </a:r>
            <a:r>
              <a:rPr sz="650" spc="35" dirty="0">
                <a:solidFill>
                  <a:srgbClr val="2F3F49"/>
                </a:solidFill>
                <a:latin typeface="Times New Roman"/>
                <a:cs typeface="Times New Roman"/>
              </a:rPr>
              <a:t>t</a:t>
            </a:r>
            <a:r>
              <a:rPr sz="650" spc="35" dirty="0">
                <a:solidFill>
                  <a:srgbClr val="666666"/>
                </a:solidFill>
                <a:latin typeface="Times New Roman"/>
                <a:cs typeface="Times New Roman"/>
              </a:rPr>
              <a:t>ic;ated,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6771553" y="7358367"/>
            <a:ext cx="4718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u="sng" spc="-760" dirty="0">
                <a:solidFill>
                  <a:srgbClr val="242628"/>
                </a:solidFill>
                <a:uFill>
                  <a:solidFill>
                    <a:srgbClr val="242628"/>
                  </a:solidFill>
                </a:uFill>
                <a:latin typeface="Arial"/>
                <a:cs typeface="Arial"/>
              </a:rPr>
              <a:t>(&lt;�(�)r»</a:t>
            </a:r>
            <a:endParaRPr sz="21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4778742" y="7393804"/>
            <a:ext cx="74803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" dirty="0">
                <a:solidFill>
                  <a:srgbClr val="565656"/>
                </a:solidFill>
                <a:latin typeface="Times New Roman"/>
                <a:cs typeface="Times New Roman"/>
              </a:rPr>
              <a:t>and</a:t>
            </a:r>
            <a:r>
              <a:rPr sz="750" spc="-20" dirty="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sz="750" spc="10" dirty="0">
                <a:solidFill>
                  <a:srgbClr val="565656"/>
                </a:solidFill>
                <a:latin typeface="Times New Roman"/>
                <a:cs typeface="Times New Roman"/>
              </a:rPr>
              <a:t>staged</a:t>
            </a:r>
            <a:r>
              <a:rPr sz="750" spc="65" dirty="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sz="750" spc="-10" dirty="0">
                <a:solidFill>
                  <a:srgbClr val="565656"/>
                </a:solidFill>
                <a:latin typeface="Times New Roman"/>
                <a:cs typeface="Times New Roman"/>
              </a:rPr>
              <a:t>upda</a:t>
            </a:r>
            <a:r>
              <a:rPr sz="750" spc="-10" dirty="0">
                <a:solidFill>
                  <a:srgbClr val="2F3F49"/>
                </a:solidFill>
                <a:latin typeface="Times New Roman"/>
                <a:cs typeface="Times New Roman"/>
              </a:rPr>
              <a:t>t</a:t>
            </a:r>
            <a:r>
              <a:rPr sz="750" spc="-10" dirty="0">
                <a:solidFill>
                  <a:srgbClr val="565656"/>
                </a:solidFill>
                <a:latin typeface="Times New Roman"/>
                <a:cs typeface="Times New Roman"/>
              </a:rPr>
              <a:t>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4904911" y="7515866"/>
            <a:ext cx="498475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10" dirty="0">
                <a:solidFill>
                  <a:srgbClr val="464646"/>
                </a:solidFill>
                <a:latin typeface="Times New Roman"/>
                <a:cs typeface="Times New Roman"/>
              </a:rPr>
              <a:t>distribution.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27085"/>
            <a:ext cx="2202321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6986" y="1827085"/>
            <a:ext cx="1683203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8843" y="1858581"/>
            <a:ext cx="519118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4482" y="1858581"/>
            <a:ext cx="1061833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239" y="1827085"/>
            <a:ext cx="1620279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08170" y="1842831"/>
            <a:ext cx="880928" cy="58274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29234" y="346582"/>
            <a:ext cx="0" cy="1173480"/>
          </a:xfrm>
          <a:custGeom>
            <a:avLst/>
            <a:gdLst/>
            <a:ahLst/>
            <a:cxnLst/>
            <a:rect l="l" t="t" r="r" b="b"/>
            <a:pathLst>
              <a:path h="1173480">
                <a:moveTo>
                  <a:pt x="0" y="1173372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8192742" y="330832"/>
            <a:ext cx="1306195" cy="882015"/>
            <a:chOff x="18192742" y="330832"/>
            <a:chExt cx="1306195" cy="882015"/>
          </a:xfrm>
        </p:grpSpPr>
        <p:sp>
          <p:nvSpPr>
            <p:cNvPr id="11" name="object 11"/>
            <p:cNvSpPr/>
            <p:nvPr/>
          </p:nvSpPr>
          <p:spPr>
            <a:xfrm>
              <a:off x="18216338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192742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613503" y="1504204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41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48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456371" y="637076"/>
            <a:ext cx="7962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1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950" b="1" spc="6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1694" y="5279373"/>
            <a:ext cx="486791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80" dirty="0">
                <a:solidFill>
                  <a:srgbClr val="83A17C"/>
                </a:solidFill>
                <a:latin typeface="Arial"/>
                <a:cs typeface="Arial"/>
              </a:rPr>
              <a:t>�</a:t>
            </a:r>
            <a:r>
              <a:rPr sz="1900" spc="180" dirty="0">
                <a:solidFill>
                  <a:srgbClr val="110E13"/>
                </a:solidFill>
                <a:latin typeface="Arial"/>
                <a:cs typeface="Arial"/>
              </a:rPr>
              <a:t>Role</a:t>
            </a:r>
            <a:r>
              <a:rPr sz="1900" spc="-275" dirty="0">
                <a:solidFill>
                  <a:srgbClr val="110E13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110E13"/>
                </a:solidFill>
                <a:latin typeface="Arial"/>
                <a:cs typeface="Arial"/>
              </a:rPr>
              <a:t>Based</a:t>
            </a:r>
            <a:r>
              <a:rPr sz="1900" spc="-90" dirty="0">
                <a:solidFill>
                  <a:srgbClr val="110E13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110E13"/>
                </a:solidFill>
                <a:latin typeface="Arial"/>
                <a:cs typeface="Arial"/>
              </a:rPr>
              <a:t>Access</a:t>
            </a:r>
            <a:r>
              <a:rPr sz="1900" spc="-110" dirty="0">
                <a:solidFill>
                  <a:srgbClr val="110E13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110E13"/>
                </a:solidFill>
                <a:latin typeface="Arial"/>
                <a:cs typeface="Arial"/>
              </a:rPr>
              <a:t>Control</a:t>
            </a:r>
            <a:r>
              <a:rPr sz="1900" spc="-125" dirty="0">
                <a:solidFill>
                  <a:srgbClr val="110E13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110E13"/>
                </a:solidFill>
                <a:latin typeface="Arial"/>
                <a:cs typeface="Arial"/>
              </a:rPr>
              <a:t>RBAC</a:t>
            </a:r>
            <a:r>
              <a:rPr sz="1900" spc="-50" dirty="0">
                <a:solidFill>
                  <a:srgbClr val="110E13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110E13"/>
                </a:solidFill>
                <a:latin typeface="Arial"/>
                <a:cs typeface="Arial"/>
              </a:rPr>
              <a:t>Diagram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31443" y="4889560"/>
            <a:ext cx="4580255" cy="692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110" dirty="0">
                <a:solidFill>
                  <a:srgbClr val="AA2A2D"/>
                </a:solidFill>
                <a:latin typeface="Arial"/>
                <a:cs typeface="Arial"/>
              </a:rPr>
              <a:t>Permission</a:t>
            </a:r>
            <a:r>
              <a:rPr sz="4350" b="1" spc="-12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-40" dirty="0">
                <a:solidFill>
                  <a:srgbClr val="AA2A2D"/>
                </a:solidFill>
                <a:latin typeface="Arial"/>
                <a:cs typeface="Arial"/>
              </a:rPr>
              <a:t>Silos</a:t>
            </a:r>
            <a:endParaRPr sz="4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416113" y="5487272"/>
            <a:ext cx="7428865" cy="259270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  <a:tabLst>
                <a:tab pos="743585" algn="l"/>
              </a:tabLst>
            </a:pPr>
            <a:r>
              <a:rPr sz="4450" b="1" spc="-50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450" b="1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050" b="1" spc="120" dirty="0">
                <a:solidFill>
                  <a:srgbClr val="05315E"/>
                </a:solidFill>
                <a:latin typeface="Arial"/>
                <a:cs typeface="Arial"/>
              </a:rPr>
              <a:t>Operators:</a:t>
            </a:r>
            <a:r>
              <a:rPr sz="3050" b="1" spc="-80" dirty="0">
                <a:solidFill>
                  <a:srgbClr val="05315E"/>
                </a:solidFill>
                <a:latin typeface="Arial"/>
                <a:cs typeface="Arial"/>
              </a:rPr>
              <a:t> </a:t>
            </a:r>
            <a:r>
              <a:rPr sz="3250" spc="50" dirty="0">
                <a:solidFill>
                  <a:srgbClr val="333D4D"/>
                </a:solidFill>
                <a:latin typeface="Arial"/>
                <a:cs typeface="Arial"/>
              </a:rPr>
              <a:t>Read-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only</a:t>
            </a:r>
            <a:r>
              <a:rPr sz="3250" spc="-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33D4D"/>
                </a:solidFill>
                <a:latin typeface="Arial"/>
                <a:cs typeface="Arial"/>
              </a:rPr>
              <a:t>Dashboards.</a:t>
            </a:r>
            <a:endParaRPr sz="3250">
              <a:latin typeface="Arial"/>
              <a:cs typeface="Arial"/>
            </a:endParaRPr>
          </a:p>
          <a:p>
            <a:pPr marL="12700" marR="6953884">
              <a:lnSpc>
                <a:spcPct val="125400"/>
              </a:lnSpc>
              <a:spcBef>
                <a:spcPts val="60"/>
              </a:spcBef>
            </a:pPr>
            <a:r>
              <a:rPr sz="4450" b="1" spc="15" dirty="0">
                <a:solidFill>
                  <a:srgbClr val="AA2A2D"/>
                </a:solidFill>
                <a:latin typeface="Arial"/>
                <a:cs typeface="Arial"/>
              </a:rPr>
              <a:t>O </a:t>
            </a:r>
            <a:r>
              <a:rPr sz="4450" b="1" spc="50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endParaRPr sz="4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51389" y="6677181"/>
            <a:ext cx="6929755" cy="137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z="3050" b="1" spc="100" dirty="0">
                <a:solidFill>
                  <a:srgbClr val="05315E"/>
                </a:solidFill>
                <a:latin typeface="Arial"/>
                <a:cs typeface="Arial"/>
              </a:rPr>
              <a:t>Managers:</a:t>
            </a:r>
            <a:r>
              <a:rPr sz="3050" b="1" spc="-220" dirty="0">
                <a:solidFill>
                  <a:srgbClr val="05315E"/>
                </a:solidFill>
                <a:latin typeface="Arial"/>
                <a:cs typeface="Arial"/>
              </a:rPr>
              <a:t> </a:t>
            </a:r>
            <a:r>
              <a:rPr sz="3250" spc="85" dirty="0">
                <a:solidFill>
                  <a:srgbClr val="333D4D"/>
                </a:solidFill>
                <a:latin typeface="Arial"/>
                <a:cs typeface="Arial"/>
              </a:rPr>
              <a:t>Historical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33D4D"/>
                </a:solidFill>
                <a:latin typeface="Arial"/>
                <a:cs typeface="Arial"/>
              </a:rPr>
              <a:t>Reports.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95"/>
              </a:spcBef>
            </a:pPr>
            <a:r>
              <a:rPr sz="3050" b="1" dirty="0">
                <a:solidFill>
                  <a:srgbClr val="05315E"/>
                </a:solidFill>
                <a:latin typeface="Arial"/>
                <a:cs typeface="Arial"/>
              </a:rPr>
              <a:t>Engineers:</a:t>
            </a:r>
            <a:r>
              <a:rPr sz="3050" b="1" spc="-70" dirty="0">
                <a:solidFill>
                  <a:srgbClr val="05315E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Remote</a:t>
            </a:r>
            <a:r>
              <a:rPr sz="3250" spc="7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160" dirty="0">
                <a:solidFill>
                  <a:srgbClr val="333D4D"/>
                </a:solidFill>
                <a:latin typeface="Arial"/>
                <a:cs typeface="Arial"/>
              </a:rPr>
              <a:t>Control</a:t>
            </a:r>
            <a:r>
              <a:rPr sz="3250" spc="-1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280" dirty="0">
                <a:solidFill>
                  <a:srgbClr val="333D4D"/>
                </a:solidFill>
                <a:latin typeface="Arial"/>
                <a:cs typeface="Arial"/>
              </a:rPr>
              <a:t>&amp;</a:t>
            </a:r>
            <a:r>
              <a:rPr sz="3250" spc="-2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33D4D"/>
                </a:solidFill>
                <a:latin typeface="Arial"/>
                <a:cs typeface="Arial"/>
              </a:rPr>
              <a:t>Setup.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239" y="1842831"/>
            <a:ext cx="1604549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4711" y="1842831"/>
            <a:ext cx="503387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6754" y="1842831"/>
            <a:ext cx="471926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31603" y="1858581"/>
            <a:ext cx="755081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5339" y="1827085"/>
            <a:ext cx="1006775" cy="598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35039" y="1827085"/>
            <a:ext cx="1934897" cy="598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48592" y="1842831"/>
            <a:ext cx="534849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46366" y="1827085"/>
            <a:ext cx="582042" cy="598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64368" y="1827085"/>
            <a:ext cx="1604549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71143" y="4504575"/>
            <a:ext cx="534849" cy="944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31838" y="1827085"/>
            <a:ext cx="440464" cy="5984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326225" y="4504575"/>
            <a:ext cx="1069699" cy="787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96991" y="5418072"/>
            <a:ext cx="220232" cy="40949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665531" y="6315819"/>
            <a:ext cx="298886" cy="629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285812" y="5418072"/>
            <a:ext cx="330348" cy="362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757732" y="5685821"/>
            <a:ext cx="503387" cy="629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696991" y="6457569"/>
            <a:ext cx="1982089" cy="62999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665531" y="7434066"/>
            <a:ext cx="1038237" cy="787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665531" y="7575815"/>
            <a:ext cx="739350" cy="1574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434164" y="6315819"/>
            <a:ext cx="865198" cy="787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022977" y="5386572"/>
            <a:ext cx="346079" cy="33074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110588" y="6993068"/>
            <a:ext cx="1274200" cy="7874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526365" y="5638571"/>
            <a:ext cx="440464" cy="787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187067" y="6315819"/>
            <a:ext cx="1101161" cy="787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461267" y="4725074"/>
            <a:ext cx="865198" cy="1417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492726" y="5402322"/>
            <a:ext cx="629234" cy="36224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8515232" y="4756574"/>
            <a:ext cx="314617" cy="7874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187067" y="5181823"/>
            <a:ext cx="959582" cy="7874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8279268" y="5685821"/>
            <a:ext cx="487656" cy="7874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360103" y="5859071"/>
            <a:ext cx="1824780" cy="944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829613" y="8331814"/>
            <a:ext cx="267424" cy="62999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618331" y="4929821"/>
            <a:ext cx="0" cy="315595"/>
          </a:xfrm>
          <a:custGeom>
            <a:avLst/>
            <a:gdLst/>
            <a:ahLst/>
            <a:cxnLst/>
            <a:rect l="l" t="t" r="r" b="b"/>
            <a:pathLst>
              <a:path h="315595">
                <a:moveTo>
                  <a:pt x="0" y="3149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665524" y="7780564"/>
            <a:ext cx="0" cy="1118870"/>
          </a:xfrm>
          <a:custGeom>
            <a:avLst/>
            <a:gdLst/>
            <a:ahLst/>
            <a:cxnLst/>
            <a:rect l="l" t="t" r="r" b="b"/>
            <a:pathLst>
              <a:path h="1118870">
                <a:moveTo>
                  <a:pt x="0" y="111824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216337" y="330832"/>
            <a:ext cx="0" cy="882015"/>
          </a:xfrm>
          <a:custGeom>
            <a:avLst/>
            <a:gdLst/>
            <a:ahLst/>
            <a:cxnLst/>
            <a:rect l="l" t="t" r="r" b="b"/>
            <a:pathLst>
              <a:path h="882015">
                <a:moveTo>
                  <a:pt x="0" y="8819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892764" y="6630816"/>
            <a:ext cx="0" cy="362585"/>
          </a:xfrm>
          <a:custGeom>
            <a:avLst/>
            <a:gdLst/>
            <a:ahLst/>
            <a:cxnLst/>
            <a:rect l="l" t="t" r="r" b="b"/>
            <a:pathLst>
              <a:path h="362584">
                <a:moveTo>
                  <a:pt x="0" y="36224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200606" y="1197080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4">
                <a:moveTo>
                  <a:pt x="0" y="0"/>
                </a:moveTo>
                <a:lnTo>
                  <a:pt x="130566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68032" y="4725072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>
                <a:moveTo>
                  <a:pt x="0" y="0"/>
                </a:moveTo>
                <a:lnTo>
                  <a:pt x="298886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461256" y="4725072"/>
            <a:ext cx="944244" cy="0"/>
          </a:xfrm>
          <a:custGeom>
            <a:avLst/>
            <a:gdLst/>
            <a:ahLst/>
            <a:cxnLst/>
            <a:rect l="l" t="t" r="r" b="b"/>
            <a:pathLst>
              <a:path w="944244">
                <a:moveTo>
                  <a:pt x="0" y="0"/>
                </a:moveTo>
                <a:lnTo>
                  <a:pt x="94385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602600" y="4945571"/>
            <a:ext cx="739775" cy="0"/>
          </a:xfrm>
          <a:custGeom>
            <a:avLst/>
            <a:gdLst/>
            <a:ahLst/>
            <a:cxnLst/>
            <a:rect l="l" t="t" r="r" b="b"/>
            <a:pathLst>
              <a:path w="739775">
                <a:moveTo>
                  <a:pt x="0" y="0"/>
                </a:moveTo>
                <a:lnTo>
                  <a:pt x="73935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717311" y="5811819"/>
            <a:ext cx="912494" cy="0"/>
          </a:xfrm>
          <a:custGeom>
            <a:avLst/>
            <a:gdLst/>
            <a:ahLst/>
            <a:cxnLst/>
            <a:rect l="l" t="t" r="r" b="b"/>
            <a:pathLst>
              <a:path w="912494">
                <a:moveTo>
                  <a:pt x="0" y="0"/>
                </a:moveTo>
                <a:lnTo>
                  <a:pt x="912390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995872" y="5843319"/>
            <a:ext cx="897255" cy="0"/>
          </a:xfrm>
          <a:custGeom>
            <a:avLst/>
            <a:gdLst/>
            <a:ahLst/>
            <a:cxnLst/>
            <a:rect l="l" t="t" r="r" b="b"/>
            <a:pathLst>
              <a:path w="897254">
                <a:moveTo>
                  <a:pt x="0" y="0"/>
                </a:moveTo>
                <a:lnTo>
                  <a:pt x="896659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665524" y="7945939"/>
            <a:ext cx="2454275" cy="0"/>
          </a:xfrm>
          <a:custGeom>
            <a:avLst/>
            <a:gdLst/>
            <a:ahLst/>
            <a:cxnLst/>
            <a:rect l="l" t="t" r="r" b="b"/>
            <a:pathLst>
              <a:path w="2454275">
                <a:moveTo>
                  <a:pt x="0" y="0"/>
                </a:moveTo>
                <a:lnTo>
                  <a:pt x="245401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602600" y="8867311"/>
            <a:ext cx="8306434" cy="0"/>
          </a:xfrm>
          <a:custGeom>
            <a:avLst/>
            <a:gdLst/>
            <a:ahLst/>
            <a:cxnLst/>
            <a:rect l="l" t="t" r="r" b="b"/>
            <a:pathLst>
              <a:path w="8306434">
                <a:moveTo>
                  <a:pt x="0" y="0"/>
                </a:moveTo>
                <a:lnTo>
                  <a:pt x="830589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27591" y="7780564"/>
            <a:ext cx="0" cy="960755"/>
          </a:xfrm>
          <a:custGeom>
            <a:avLst/>
            <a:gdLst/>
            <a:ahLst/>
            <a:cxnLst/>
            <a:rect l="l" t="t" r="r" b="b"/>
            <a:pathLst>
              <a:path h="960754">
                <a:moveTo>
                  <a:pt x="0" y="96074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814110" y="7780564"/>
            <a:ext cx="0" cy="346710"/>
          </a:xfrm>
          <a:custGeom>
            <a:avLst/>
            <a:gdLst/>
            <a:ahLst/>
            <a:cxnLst/>
            <a:rect l="l" t="t" r="r" b="b"/>
            <a:pathLst>
              <a:path h="346709">
                <a:moveTo>
                  <a:pt x="0" y="3464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453990" y="862159"/>
            <a:ext cx="110489" cy="201930"/>
          </a:xfrm>
          <a:prstGeom prst="rect">
            <a:avLst/>
          </a:prstGeom>
          <a:solidFill>
            <a:srgbClr val="DBDBDB"/>
          </a:solidFill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1150" b="1" spc="-50" dirty="0">
                <a:solidFill>
                  <a:srgbClr val="A5ACAC"/>
                </a:solidFill>
                <a:latin typeface="Times New Roman"/>
                <a:cs typeface="Times New Roman"/>
              </a:rPr>
              <a:t>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  <a:tabLst>
                <a:tab pos="1000125" algn="l"/>
              </a:tabLst>
            </a:pPr>
            <a:r>
              <a:rPr sz="1900" b="1" spc="-25" dirty="0">
                <a:solidFill>
                  <a:srgbClr val="909797"/>
                </a:solidFill>
                <a:latin typeface="Times New Roman"/>
                <a:cs typeface="Times New Roman"/>
              </a:rPr>
              <a:t>600</a:t>
            </a:r>
            <a:r>
              <a:rPr sz="1900" b="1" dirty="0">
                <a:solidFill>
                  <a:srgbClr val="909797"/>
                </a:solidFill>
                <a:latin typeface="Times New Roman"/>
                <a:cs typeface="Times New Roman"/>
              </a:rPr>
              <a:t>	</a:t>
            </a:r>
            <a:r>
              <a:rPr sz="1900" b="1" spc="-25" dirty="0">
                <a:solidFill>
                  <a:srgbClr val="909797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8809879" y="639468"/>
            <a:ext cx="433070" cy="256540"/>
          </a:xfrm>
          <a:custGeom>
            <a:avLst/>
            <a:gdLst/>
            <a:ahLst/>
            <a:cxnLst/>
            <a:rect l="l" t="t" r="r" b="b"/>
            <a:pathLst>
              <a:path w="433069" h="256540">
                <a:moveTo>
                  <a:pt x="432598" y="255996"/>
                </a:moveTo>
                <a:lnTo>
                  <a:pt x="0" y="255996"/>
                </a:lnTo>
                <a:lnTo>
                  <a:pt x="0" y="0"/>
                </a:lnTo>
                <a:lnTo>
                  <a:pt x="432598" y="0"/>
                </a:lnTo>
                <a:lnTo>
                  <a:pt x="432598" y="255996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09797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09797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A5ACAC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14268" y="4235938"/>
            <a:ext cx="8480425" cy="29108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114" dirty="0">
                <a:solidFill>
                  <a:srgbClr val="A82A2D"/>
                </a:solidFill>
                <a:latin typeface="Arial"/>
                <a:cs typeface="Arial"/>
              </a:rPr>
              <a:t>Packet</a:t>
            </a:r>
            <a:r>
              <a:rPr sz="4350" b="1" spc="65" dirty="0">
                <a:solidFill>
                  <a:srgbClr val="A82A2D"/>
                </a:solidFill>
                <a:latin typeface="Arial"/>
                <a:cs typeface="Arial"/>
              </a:rPr>
              <a:t> </a:t>
            </a:r>
            <a:r>
              <a:rPr sz="4350" b="1" spc="50" dirty="0">
                <a:solidFill>
                  <a:srgbClr val="A82A2D"/>
                </a:solidFill>
                <a:latin typeface="Arial"/>
                <a:cs typeface="Arial"/>
              </a:rPr>
              <a:t>Analysis</a:t>
            </a:r>
            <a:endParaRPr sz="4350">
              <a:latin typeface="Arial"/>
              <a:cs typeface="Arial"/>
            </a:endParaRPr>
          </a:p>
          <a:p>
            <a:pPr marL="19685" marR="5080" indent="5080">
              <a:lnSpc>
                <a:spcPct val="120300"/>
              </a:lnSpc>
              <a:spcBef>
                <a:spcPts val="2965"/>
              </a:spcBef>
            </a:pPr>
            <a:r>
              <a:rPr sz="3350" b="1" spc="-105" dirty="0">
                <a:solidFill>
                  <a:srgbClr val="343D49"/>
                </a:solidFill>
                <a:latin typeface="Arial"/>
                <a:cs typeface="Arial"/>
              </a:rPr>
              <a:t>Cloud</a:t>
            </a:r>
            <a:r>
              <a:rPr sz="3350" b="1" spc="-4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240" dirty="0">
                <a:solidFill>
                  <a:srgbClr val="343D49"/>
                </a:solidFill>
                <a:latin typeface="Arial"/>
                <a:cs typeface="Arial"/>
              </a:rPr>
              <a:t>systems</a:t>
            </a:r>
            <a:r>
              <a:rPr sz="3350" b="1" spc="-13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70" dirty="0">
                <a:solidFill>
                  <a:srgbClr val="343D49"/>
                </a:solidFill>
                <a:latin typeface="Arial"/>
                <a:cs typeface="Arial"/>
              </a:rPr>
              <a:t>monitor</a:t>
            </a:r>
            <a:r>
              <a:rPr sz="3350" b="1" spc="-7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45" dirty="0">
                <a:solidFill>
                  <a:srgbClr val="343D49"/>
                </a:solidFill>
                <a:latin typeface="Arial"/>
                <a:cs typeface="Arial"/>
              </a:rPr>
              <a:t>the</a:t>
            </a:r>
            <a:r>
              <a:rPr sz="3350" b="1" spc="-2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75" dirty="0">
                <a:solidFill>
                  <a:srgbClr val="343D49"/>
                </a:solidFill>
                <a:latin typeface="Arial"/>
                <a:cs typeface="Arial"/>
              </a:rPr>
              <a:t>health</a:t>
            </a:r>
            <a:r>
              <a:rPr sz="3350" b="1" spc="-20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70" dirty="0">
                <a:solidFill>
                  <a:srgbClr val="343D49"/>
                </a:solidFill>
                <a:latin typeface="Arial"/>
                <a:cs typeface="Arial"/>
              </a:rPr>
              <a:t>of</a:t>
            </a:r>
            <a:r>
              <a:rPr sz="3350" b="1" spc="-19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25" dirty="0">
                <a:solidFill>
                  <a:srgbClr val="343D49"/>
                </a:solidFill>
                <a:latin typeface="Arial"/>
                <a:cs typeface="Arial"/>
              </a:rPr>
              <a:t>the </a:t>
            </a:r>
            <a:r>
              <a:rPr sz="3350" b="1" spc="90" dirty="0">
                <a:solidFill>
                  <a:srgbClr val="033160"/>
                </a:solidFill>
                <a:latin typeface="Arial"/>
                <a:cs typeface="Arial"/>
              </a:rPr>
              <a:t>MQTT</a:t>
            </a:r>
            <a:r>
              <a:rPr sz="3350" b="1" spc="-254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3050" b="1" spc="65" dirty="0">
                <a:solidFill>
                  <a:srgbClr val="033160"/>
                </a:solidFill>
                <a:latin typeface="Arial"/>
                <a:cs typeface="Arial"/>
              </a:rPr>
              <a:t>Socket</a:t>
            </a:r>
            <a:r>
              <a:rPr sz="3050" b="1" spc="65" dirty="0">
                <a:solidFill>
                  <a:srgbClr val="343D49"/>
                </a:solidFill>
                <a:latin typeface="Arial"/>
                <a:cs typeface="Arial"/>
              </a:rPr>
              <a:t>.</a:t>
            </a:r>
            <a:r>
              <a:rPr sz="3050" b="1" spc="-44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345" dirty="0">
                <a:solidFill>
                  <a:srgbClr val="343D49"/>
                </a:solidFill>
                <a:latin typeface="Arial"/>
                <a:cs typeface="Arial"/>
              </a:rPr>
              <a:t>Logs</a:t>
            </a:r>
            <a:r>
              <a:rPr sz="3350" b="1" spc="-21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55" dirty="0">
                <a:solidFill>
                  <a:srgbClr val="343D49"/>
                </a:solidFill>
                <a:latin typeface="Arial"/>
                <a:cs typeface="Arial"/>
              </a:rPr>
              <a:t>identify</a:t>
            </a:r>
            <a:r>
              <a:rPr sz="3350" b="1" spc="-29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50" dirty="0">
                <a:solidFill>
                  <a:srgbClr val="343D49"/>
                </a:solidFill>
                <a:latin typeface="Arial"/>
                <a:cs typeface="Arial"/>
              </a:rPr>
              <a:t>if</a:t>
            </a:r>
            <a:r>
              <a:rPr sz="3350" b="1" spc="-2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125" dirty="0">
                <a:solidFill>
                  <a:srgbClr val="343D49"/>
                </a:solidFill>
                <a:latin typeface="Arial"/>
                <a:cs typeface="Arial"/>
              </a:rPr>
              <a:t>packet</a:t>
            </a:r>
            <a:r>
              <a:rPr sz="3350" b="1" spc="-1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254" dirty="0">
                <a:solidFill>
                  <a:srgbClr val="343D49"/>
                </a:solidFill>
                <a:latin typeface="Arial"/>
                <a:cs typeface="Arial"/>
              </a:rPr>
              <a:t>loss</a:t>
            </a:r>
            <a:r>
              <a:rPr sz="3350" b="1" spc="-27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25" dirty="0">
                <a:solidFill>
                  <a:srgbClr val="343D49"/>
                </a:solidFill>
                <a:latin typeface="Arial"/>
                <a:cs typeface="Arial"/>
              </a:rPr>
              <a:t>is </a:t>
            </a:r>
            <a:r>
              <a:rPr sz="3350" b="1" spc="-90" dirty="0">
                <a:solidFill>
                  <a:srgbClr val="343D49"/>
                </a:solidFill>
                <a:latin typeface="Arial"/>
                <a:cs typeface="Arial"/>
              </a:rPr>
              <a:t>due</a:t>
            </a:r>
            <a:r>
              <a:rPr sz="3350" b="1" spc="-14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25" dirty="0">
                <a:solidFill>
                  <a:srgbClr val="343D49"/>
                </a:solidFill>
                <a:latin typeface="Arial"/>
                <a:cs typeface="Arial"/>
              </a:rPr>
              <a:t>to</a:t>
            </a:r>
            <a:r>
              <a:rPr sz="3350" b="1" spc="-29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110" dirty="0">
                <a:solidFill>
                  <a:srgbClr val="343D49"/>
                </a:solidFill>
                <a:latin typeface="Arial"/>
                <a:cs typeface="Arial"/>
              </a:rPr>
              <a:t>industrial</a:t>
            </a:r>
            <a:r>
              <a:rPr sz="3350" b="1" spc="-1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170" dirty="0">
                <a:solidFill>
                  <a:srgbClr val="343D49"/>
                </a:solidFill>
                <a:latin typeface="Arial"/>
                <a:cs typeface="Arial"/>
              </a:rPr>
              <a:t>noise</a:t>
            </a:r>
            <a:r>
              <a:rPr sz="3350" b="1" spc="-15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45" dirty="0">
                <a:solidFill>
                  <a:srgbClr val="343D49"/>
                </a:solidFill>
                <a:latin typeface="Arial"/>
                <a:cs typeface="Arial"/>
              </a:rPr>
              <a:t>or</a:t>
            </a:r>
            <a:r>
              <a:rPr sz="3350" b="1" spc="-26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155" dirty="0">
                <a:solidFill>
                  <a:srgbClr val="343D49"/>
                </a:solidFill>
                <a:latin typeface="Arial"/>
                <a:cs typeface="Arial"/>
              </a:rPr>
              <a:t>cloud</a:t>
            </a:r>
            <a:r>
              <a:rPr sz="3350" b="1" spc="-9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3350" b="1" spc="-70" dirty="0">
                <a:solidFill>
                  <a:srgbClr val="343D49"/>
                </a:solidFill>
                <a:latin typeface="Arial"/>
                <a:cs typeface="Arial"/>
              </a:rPr>
              <a:t>rate-</a:t>
            </a:r>
            <a:r>
              <a:rPr sz="3350" b="1" spc="-10" dirty="0">
                <a:solidFill>
                  <a:srgbClr val="343D49"/>
                </a:solidFill>
                <a:latin typeface="Arial"/>
                <a:cs typeface="Arial"/>
              </a:rPr>
              <a:t>limiting.</a:t>
            </a:r>
            <a:endParaRPr sz="33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643265" y="4692686"/>
            <a:ext cx="1918970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35"/>
              </a:spcBef>
            </a:pPr>
            <a:r>
              <a:rPr sz="1000" dirty="0">
                <a:solidFill>
                  <a:srgbClr val="343D49"/>
                </a:solidFill>
                <a:latin typeface="Arial"/>
                <a:cs typeface="Arial"/>
              </a:rPr>
              <a:t>Network</a:t>
            </a:r>
            <a:r>
              <a:rPr sz="1000" spc="-90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94846"/>
                </a:solidFill>
                <a:latin typeface="Arial"/>
                <a:cs typeface="Arial"/>
              </a:rPr>
              <a:t>Secur</a:t>
            </a:r>
            <a:r>
              <a:rPr sz="1000" spc="-10" dirty="0">
                <a:solidFill>
                  <a:srgbClr val="747472"/>
                </a:solidFill>
                <a:latin typeface="Arial"/>
                <a:cs typeface="Arial"/>
              </a:rPr>
              <a:t>i</a:t>
            </a:r>
            <a:r>
              <a:rPr sz="1000" spc="-10" dirty="0">
                <a:solidFill>
                  <a:srgbClr val="343D49"/>
                </a:solidFill>
                <a:latin typeface="Arial"/>
                <a:cs typeface="Arial"/>
              </a:rPr>
              <a:t>ty</a:t>
            </a:r>
            <a:r>
              <a:rPr sz="1000" spc="-35" dirty="0">
                <a:solidFill>
                  <a:srgbClr val="343D49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94846"/>
                </a:solidFill>
                <a:latin typeface="Arial"/>
                <a:cs typeface="Arial"/>
              </a:rPr>
              <a:t>-</a:t>
            </a:r>
            <a:r>
              <a:rPr sz="1000" spc="-20" dirty="0">
                <a:solidFill>
                  <a:srgbClr val="49484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94846"/>
                </a:solidFill>
                <a:latin typeface="Arial"/>
                <a:cs typeface="Arial"/>
              </a:rPr>
              <a:t>SFD</a:t>
            </a:r>
            <a:r>
              <a:rPr sz="1000" spc="204" dirty="0">
                <a:solidFill>
                  <a:srgbClr val="494846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747472"/>
                </a:solidFill>
                <a:latin typeface="Arial"/>
                <a:cs typeface="Arial"/>
              </a:rPr>
              <a:t>©</a:t>
            </a:r>
            <a:r>
              <a:rPr sz="1050" spc="270" dirty="0">
                <a:solidFill>
                  <a:srgbClr val="747472"/>
                </a:solidFill>
                <a:latin typeface="Arial"/>
                <a:cs typeface="Arial"/>
              </a:rPr>
              <a:t> </a:t>
            </a:r>
            <a:r>
              <a:rPr sz="1050" b="1" spc="-60" dirty="0">
                <a:solidFill>
                  <a:srgbClr val="5B5B59"/>
                </a:solidFill>
                <a:latin typeface="Arial"/>
                <a:cs typeface="Arial"/>
              </a:rPr>
              <a:t>O</a:t>
            </a:r>
            <a:endParaRPr sz="1050">
              <a:latin typeface="Arial"/>
              <a:cs typeface="Arial"/>
            </a:endParaRPr>
          </a:p>
          <a:p>
            <a:pPr marL="37465">
              <a:lnSpc>
                <a:spcPts val="1955"/>
              </a:lnSpc>
            </a:pPr>
            <a:r>
              <a:rPr sz="500" dirty="0">
                <a:solidFill>
                  <a:srgbClr val="858583"/>
                </a:solidFill>
                <a:latin typeface="Arial"/>
                <a:cs typeface="Arial"/>
              </a:rPr>
              <a:t>Vttua</a:t>
            </a:r>
            <a:r>
              <a:rPr sz="500" dirty="0">
                <a:solidFill>
                  <a:srgbClr val="494846"/>
                </a:solidFill>
                <a:latin typeface="Arial"/>
                <a:cs typeface="Arial"/>
              </a:rPr>
              <a:t>,</a:t>
            </a:r>
            <a:r>
              <a:rPr sz="500" spc="-35" dirty="0">
                <a:solidFill>
                  <a:srgbClr val="494846"/>
                </a:solidFill>
                <a:latin typeface="Arial"/>
                <a:cs typeface="Arial"/>
              </a:rPr>
              <a:t> </a:t>
            </a:r>
            <a:r>
              <a:rPr sz="500" spc="-50" dirty="0">
                <a:solidFill>
                  <a:srgbClr val="858583"/>
                </a:solidFill>
                <a:latin typeface="Arial"/>
                <a:cs typeface="Arial"/>
              </a:rPr>
              <a:t>Clo.JC</a:t>
            </a:r>
            <a:r>
              <a:rPr sz="500" spc="-50" dirty="0">
                <a:solidFill>
                  <a:srgbClr val="747472"/>
                </a:solidFill>
                <a:latin typeface="Arial"/>
                <a:cs typeface="Arial"/>
              </a:rPr>
              <a:t>Net,111'0fk</a:t>
            </a:r>
            <a:r>
              <a:rPr sz="500" spc="215" dirty="0">
                <a:solidFill>
                  <a:srgbClr val="747472"/>
                </a:solidFill>
                <a:latin typeface="Arial"/>
                <a:cs typeface="Arial"/>
              </a:rPr>
              <a:t> </a:t>
            </a:r>
            <a:r>
              <a:rPr sz="1700" spc="-145" dirty="0">
                <a:solidFill>
                  <a:srgbClr val="C1C1BF"/>
                </a:solidFill>
                <a:latin typeface="Arial"/>
                <a:cs typeface="Arial"/>
              </a:rPr>
              <a:t>I</a:t>
            </a:r>
            <a:r>
              <a:rPr sz="1700" spc="-75" dirty="0">
                <a:solidFill>
                  <a:srgbClr val="C1C1BF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47472"/>
                </a:solidFill>
                <a:latin typeface="Arial"/>
                <a:cs typeface="Arial"/>
              </a:rPr>
              <a:t>'Anl.8</a:t>
            </a:r>
            <a:r>
              <a:rPr sz="500" spc="-20" dirty="0">
                <a:solidFill>
                  <a:srgbClr val="858583"/>
                </a:solidFill>
                <a:latin typeface="Arial"/>
                <a:cs typeface="Arial"/>
              </a:rPr>
              <a:t>CIOOO</a:t>
            </a:r>
            <a:r>
              <a:rPr sz="500" spc="-20" dirty="0">
                <a:solidFill>
                  <a:srgbClr val="494846"/>
                </a:solidFill>
                <a:latin typeface="Arial"/>
                <a:cs typeface="Arial"/>
              </a:rPr>
              <a:t>1</a:t>
            </a:r>
            <a:r>
              <a:rPr sz="500" spc="-20" dirty="0">
                <a:solidFill>
                  <a:srgbClr val="858583"/>
                </a:solidFill>
                <a:latin typeface="Arial"/>
                <a:cs typeface="Arial"/>
              </a:rPr>
              <a:t>"91wllfk</a:t>
            </a:r>
            <a:r>
              <a:rPr sz="500" spc="60" dirty="0">
                <a:solidFill>
                  <a:srgbClr val="858583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858583"/>
                </a:solidFill>
                <a:latin typeface="Arial"/>
                <a:cs typeface="Arial"/>
              </a:rPr>
              <a:t>•</a:t>
            </a:r>
            <a:r>
              <a:rPr sz="500" spc="-45" dirty="0">
                <a:solidFill>
                  <a:srgbClr val="858583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858583"/>
                </a:solidFill>
                <a:latin typeface="Arial"/>
                <a:cs typeface="Arial"/>
              </a:rPr>
              <a:t>Nel\vOfkO"n�es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667116" y="5169122"/>
            <a:ext cx="5937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35" dirty="0">
                <a:solidFill>
                  <a:srgbClr val="5B5B59"/>
                </a:solidFill>
                <a:latin typeface="Arial"/>
                <a:cs typeface="Arial"/>
              </a:rPr>
              <a:t>Tor.al</a:t>
            </a:r>
            <a:r>
              <a:rPr sz="500" spc="5" dirty="0">
                <a:solidFill>
                  <a:srgbClr val="5B5B59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47472"/>
                </a:solidFill>
                <a:latin typeface="Arial"/>
                <a:cs typeface="Arial"/>
              </a:rPr>
              <a:t>t1�"-</a:t>
            </a:r>
            <a:r>
              <a:rPr sz="500" spc="-10" dirty="0">
                <a:solidFill>
                  <a:srgbClr val="747472"/>
                </a:solidFill>
                <a:latin typeface="Arial"/>
                <a:cs typeface="Arial"/>
              </a:rPr>
              <a:t>'l(&lt;Tratrc</a:t>
            </a:r>
            <a:endParaRPr sz="5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801900" y="5763683"/>
            <a:ext cx="18961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25" dirty="0">
                <a:solidFill>
                  <a:srgbClr val="909797"/>
                </a:solidFill>
                <a:latin typeface="Arial"/>
                <a:cs typeface="Arial"/>
              </a:rPr>
              <a:t>.,</a:t>
            </a:r>
            <a:r>
              <a:rPr sz="1550" spc="-25" dirty="0">
                <a:solidFill>
                  <a:srgbClr val="C1C1BF"/>
                </a:solidFill>
                <a:latin typeface="Courier New"/>
                <a:cs typeface="Courier New"/>
              </a:rPr>
              <a:t>-</a:t>
            </a:r>
            <a:r>
              <a:rPr sz="1550" spc="-180" dirty="0">
                <a:solidFill>
                  <a:srgbClr val="C1C1BF"/>
                </a:solidFill>
                <a:latin typeface="Courier New"/>
                <a:cs typeface="Courier New"/>
              </a:rPr>
              <a:t>----------------</a:t>
            </a:r>
            <a:r>
              <a:rPr sz="1550" spc="-50" dirty="0">
                <a:solidFill>
                  <a:srgbClr val="C1C1BF"/>
                </a:solidFill>
                <a:latin typeface="Courier New"/>
                <a:cs typeface="Courier New"/>
              </a:rPr>
              <a:t>-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949296" y="5944808"/>
            <a:ext cx="172275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50" spc="-20" dirty="0">
                <a:solidFill>
                  <a:srgbClr val="858583"/>
                </a:solidFill>
                <a:latin typeface="Arial"/>
                <a:cs typeface="Arial"/>
              </a:rPr>
              <a:t>8:-</a:t>
            </a:r>
            <a:r>
              <a:rPr sz="450" dirty="0">
                <a:solidFill>
                  <a:srgbClr val="858583"/>
                </a:solidFill>
                <a:latin typeface="Arial"/>
                <a:cs typeface="Arial"/>
              </a:rPr>
              <a:t>,CAAI</a:t>
            </a:r>
            <a:r>
              <a:rPr sz="450" spc="200" dirty="0">
                <a:solidFill>
                  <a:srgbClr val="858583"/>
                </a:solidFill>
                <a:latin typeface="Arial"/>
                <a:cs typeface="Arial"/>
              </a:rPr>
              <a:t>  </a:t>
            </a:r>
            <a:r>
              <a:rPr sz="450" dirty="0">
                <a:solidFill>
                  <a:srgbClr val="909797"/>
                </a:solidFill>
                <a:latin typeface="Arial"/>
                <a:cs typeface="Arial"/>
              </a:rPr>
              <a:t>4!.llltllr.1</a:t>
            </a:r>
            <a:r>
              <a:rPr sz="450" spc="470" dirty="0">
                <a:solidFill>
                  <a:srgbClr val="909797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909797"/>
                </a:solidFill>
                <a:latin typeface="Arial"/>
                <a:cs typeface="Arial"/>
              </a:rPr>
              <a:t>9:l&gt;)/11,l</a:t>
            </a:r>
            <a:r>
              <a:rPr sz="450" spc="195" dirty="0">
                <a:solidFill>
                  <a:srgbClr val="909797"/>
                </a:solidFill>
                <a:latin typeface="Arial"/>
                <a:cs typeface="Arial"/>
              </a:rPr>
              <a:t>  </a:t>
            </a:r>
            <a:r>
              <a:rPr sz="450" dirty="0">
                <a:solidFill>
                  <a:srgbClr val="858583"/>
                </a:solidFill>
                <a:latin typeface="Arial"/>
                <a:cs typeface="Arial"/>
              </a:rPr>
              <a:t>'l:ICAM</a:t>
            </a:r>
            <a:r>
              <a:rPr sz="450" spc="210" dirty="0">
                <a:solidFill>
                  <a:srgbClr val="858583"/>
                </a:solidFill>
                <a:latin typeface="Arial"/>
                <a:cs typeface="Arial"/>
              </a:rPr>
              <a:t>  </a:t>
            </a:r>
            <a:r>
              <a:rPr sz="450" dirty="0">
                <a:solidFill>
                  <a:srgbClr val="747472"/>
                </a:solidFill>
                <a:latin typeface="Arial"/>
                <a:cs typeface="Arial"/>
              </a:rPr>
              <a:t>!1</a:t>
            </a:r>
            <a:r>
              <a:rPr sz="450" dirty="0">
                <a:solidFill>
                  <a:srgbClr val="909797"/>
                </a:solidFill>
                <a:latin typeface="Arial"/>
                <a:cs typeface="Arial"/>
              </a:rPr>
              <a:t>20.AA</a:t>
            </a:r>
            <a:r>
              <a:rPr sz="450" dirty="0">
                <a:solidFill>
                  <a:srgbClr val="747472"/>
                </a:solidFill>
                <a:latin typeface="Arial"/>
                <a:cs typeface="Arial"/>
              </a:rPr>
              <a:t>I</a:t>
            </a:r>
            <a:r>
              <a:rPr sz="450" spc="229" dirty="0">
                <a:solidFill>
                  <a:srgbClr val="747472"/>
                </a:solidFill>
                <a:latin typeface="Arial"/>
                <a:cs typeface="Arial"/>
              </a:rPr>
              <a:t>  </a:t>
            </a:r>
            <a:r>
              <a:rPr sz="450" spc="-10" dirty="0">
                <a:solidFill>
                  <a:srgbClr val="909797"/>
                </a:solidFill>
                <a:latin typeface="Arial"/>
                <a:cs typeface="Arial"/>
              </a:rPr>
              <a:t>9:33:..�</a:t>
            </a:r>
            <a:endParaRPr sz="4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958507" y="6011745"/>
            <a:ext cx="3098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909797"/>
                </a:solidFill>
                <a:latin typeface="Times New Roman"/>
                <a:cs typeface="Times New Roman"/>
              </a:rPr>
              <a:t>H</a:t>
            </a:r>
            <a:r>
              <a:rPr sz="500" spc="-20" dirty="0">
                <a:solidFill>
                  <a:srgbClr val="5B5B59"/>
                </a:solidFill>
                <a:latin typeface="Times New Roman"/>
                <a:cs typeface="Times New Roman"/>
              </a:rPr>
              <a:t>I</a:t>
            </a:r>
            <a:r>
              <a:rPr sz="500" spc="-20" dirty="0">
                <a:solidFill>
                  <a:srgbClr val="858583"/>
                </a:solidFill>
                <a:latin typeface="Times New Roman"/>
                <a:cs typeface="Times New Roman"/>
              </a:rPr>
              <a:t>Oci�I»-</a:t>
            </a:r>
            <a:r>
              <a:rPr sz="500" spc="-50" dirty="0">
                <a:solidFill>
                  <a:srgbClr val="858583"/>
                </a:solidFill>
                <a:latin typeface="Times New Roman"/>
                <a:cs typeface="Times New Roman"/>
              </a:rPr>
              <a:t>'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444760" y="7074868"/>
            <a:ext cx="223520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10" dirty="0">
                <a:solidFill>
                  <a:srgbClr val="909797"/>
                </a:solidFill>
                <a:latin typeface="Times New Roman"/>
                <a:cs typeface="Times New Roman"/>
              </a:rPr>
              <a:t>?.</a:t>
            </a:r>
            <a:r>
              <a:rPr sz="400" spc="-10" dirty="0">
                <a:solidFill>
                  <a:srgbClr val="747472"/>
                </a:solidFill>
                <a:latin typeface="Times New Roman"/>
                <a:cs typeface="Times New Roman"/>
              </a:rPr>
              <a:t>OO</a:t>
            </a:r>
            <a:r>
              <a:rPr sz="400" spc="-10" dirty="0">
                <a:solidFill>
                  <a:srgbClr val="909797"/>
                </a:solidFill>
                <a:latin typeface="Times New Roman"/>
                <a:cs typeface="Times New Roman"/>
              </a:rPr>
              <a:t>H,</a:t>
            </a:r>
            <a:r>
              <a:rPr sz="400" spc="-10" dirty="0">
                <a:solidFill>
                  <a:srgbClr val="5B5B59"/>
                </a:solidFill>
                <a:latin typeface="Times New Roman"/>
                <a:cs typeface="Times New Roman"/>
              </a:rPr>
              <a:t>"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873448" y="7074868"/>
            <a:ext cx="227965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10" dirty="0">
                <a:solidFill>
                  <a:srgbClr val="858583"/>
                </a:solidFill>
                <a:latin typeface="Times New Roman"/>
                <a:cs typeface="Times New Roman"/>
              </a:rPr>
              <a:t>11.l),A).</a:t>
            </a:r>
            <a:r>
              <a:rPr sz="400" spc="-10" dirty="0">
                <a:solidFill>
                  <a:srgbClr val="5B5B59"/>
                </a:solidFill>
                <a:latin typeface="Times New Roman"/>
                <a:cs typeface="Times New Roman"/>
              </a:rPr>
              <a:t>t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305945" y="7078805"/>
            <a:ext cx="231775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" i="1" spc="-10" dirty="0">
                <a:solidFill>
                  <a:srgbClr val="909797"/>
                </a:solidFill>
                <a:latin typeface="Arial"/>
                <a:cs typeface="Arial"/>
              </a:rPr>
              <a:t>?;':TJNJ</a:t>
            </a:r>
            <a:endParaRPr sz="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000389" y="7074868"/>
            <a:ext cx="293370" cy="1574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440"/>
              </a:lnSpc>
              <a:spcBef>
                <a:spcPts val="135"/>
              </a:spcBef>
            </a:pPr>
            <a:r>
              <a:rPr sz="400" spc="-10" dirty="0">
                <a:solidFill>
                  <a:srgbClr val="747472"/>
                </a:solidFill>
                <a:latin typeface="Times New Roman"/>
                <a:cs typeface="Times New Roman"/>
              </a:rPr>
              <a:t>1$:QAM</a:t>
            </a:r>
            <a:endParaRPr sz="400">
              <a:latin typeface="Times New Roman"/>
              <a:cs typeface="Times New Roman"/>
            </a:endParaRPr>
          </a:p>
          <a:p>
            <a:pPr marL="19050">
              <a:lnSpc>
                <a:spcPts val="560"/>
              </a:lnSpc>
            </a:pPr>
            <a:r>
              <a:rPr sz="450" spc="-10" dirty="0">
                <a:solidFill>
                  <a:srgbClr val="A5ACAC"/>
                </a:solidFill>
                <a:latin typeface="Arial"/>
                <a:cs typeface="Arial"/>
              </a:rPr>
              <a:t>�tl</a:t>
            </a:r>
            <a:r>
              <a:rPr sz="450" spc="-10" dirty="0">
                <a:solidFill>
                  <a:srgbClr val="858583"/>
                </a:solidFill>
                <a:latin typeface="Arial"/>
                <a:cs typeface="Arial"/>
              </a:rPr>
              <a:t>0:1</a:t>
            </a:r>
            <a:r>
              <a:rPr sz="500" spc="-10" dirty="0">
                <a:solidFill>
                  <a:srgbClr val="858583"/>
                </a:solidFill>
                <a:latin typeface="Times New Roman"/>
                <a:cs typeface="Times New Roman"/>
              </a:rPr>
              <a:t>;w,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712499" y="7807240"/>
            <a:ext cx="31115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solidFill>
                  <a:srgbClr val="494846"/>
                </a:solidFill>
                <a:latin typeface="Arial"/>
                <a:cs typeface="Arial"/>
              </a:rPr>
              <a:t>Source</a:t>
            </a:r>
            <a:r>
              <a:rPr sz="550" spc="-10" dirty="0">
                <a:solidFill>
                  <a:srgbClr val="242423"/>
                </a:solidFill>
                <a:latin typeface="Arial"/>
                <a:cs typeface="Arial"/>
              </a:rPr>
              <a:t>I</a:t>
            </a:r>
            <a:r>
              <a:rPr sz="550" spc="-10" dirty="0">
                <a:solidFill>
                  <a:srgbClr val="494846"/>
                </a:solidFill>
                <a:latin typeface="Arial"/>
                <a:cs typeface="Arial"/>
              </a:rPr>
              <a:t>P</a:t>
            </a:r>
            <a:endParaRPr sz="5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815845" y="7815115"/>
            <a:ext cx="4203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30" dirty="0">
                <a:solidFill>
                  <a:srgbClr val="5B5B59"/>
                </a:solidFill>
                <a:latin typeface="Times New Roman"/>
                <a:cs typeface="Times New Roman"/>
              </a:rPr>
              <a:t>DeS</a:t>
            </a:r>
            <a:r>
              <a:rPr sz="500" spc="-30" dirty="0">
                <a:solidFill>
                  <a:srgbClr val="343D49"/>
                </a:solidFill>
                <a:latin typeface="Times New Roman"/>
                <a:cs typeface="Times New Roman"/>
              </a:rPr>
              <a:t>tl1'18</a:t>
            </a:r>
            <a:r>
              <a:rPr sz="500" spc="-30" dirty="0">
                <a:solidFill>
                  <a:srgbClr val="5B5B59"/>
                </a:solidFill>
                <a:latin typeface="Times New Roman"/>
                <a:cs typeface="Times New Roman"/>
              </a:rPr>
              <a:t>t</a:t>
            </a:r>
            <a:r>
              <a:rPr sz="500" spc="-30" dirty="0">
                <a:solidFill>
                  <a:srgbClr val="343D49"/>
                </a:solidFill>
                <a:latin typeface="Times New Roman"/>
                <a:cs typeface="Times New Roman"/>
              </a:rPr>
              <a:t>1</a:t>
            </a:r>
            <a:r>
              <a:rPr sz="500" spc="-30" dirty="0">
                <a:solidFill>
                  <a:srgbClr val="5B5B59"/>
                </a:solidFill>
                <a:latin typeface="Times New Roman"/>
                <a:cs typeface="Times New Roman"/>
              </a:rPr>
              <a:t>0fl</a:t>
            </a:r>
            <a:r>
              <a:rPr sz="500" spc="50" dirty="0">
                <a:solidFill>
                  <a:srgbClr val="5B5B59"/>
                </a:solidFill>
                <a:latin typeface="Times New Roman"/>
                <a:cs typeface="Times New Roman"/>
              </a:rPr>
              <a:t> </a:t>
            </a:r>
            <a:r>
              <a:rPr sz="500" spc="-25" dirty="0">
                <a:solidFill>
                  <a:srgbClr val="5B5B59"/>
                </a:solidFill>
                <a:latin typeface="Times New Roman"/>
                <a:cs typeface="Times New Roman"/>
              </a:rPr>
              <a:t>(P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2757636" y="6174166"/>
            <a:ext cx="514984" cy="104838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620"/>
              </a:spcBef>
            </a:pPr>
            <a:r>
              <a:rPr sz="1050" spc="-25" dirty="0">
                <a:solidFill>
                  <a:srgbClr val="747472"/>
                </a:solidFill>
                <a:latin typeface="Times New Roman"/>
                <a:cs typeface="Times New Roman"/>
              </a:rPr>
              <a:t>ca</a:t>
            </a:r>
            <a:endParaRPr sz="1050">
              <a:latin typeface="Times New Roman"/>
              <a:cs typeface="Times New Roman"/>
            </a:endParaRPr>
          </a:p>
          <a:p>
            <a:pPr marL="84455" indent="-64769">
              <a:lnSpc>
                <a:spcPct val="100000"/>
              </a:lnSpc>
              <a:spcBef>
                <a:spcPts val="309"/>
              </a:spcBef>
              <a:buClr>
                <a:srgbClr val="7793B3"/>
              </a:buClr>
              <a:buChar char="•"/>
              <a:tabLst>
                <a:tab pos="84455" algn="l"/>
              </a:tabLst>
            </a:pPr>
            <a:r>
              <a:rPr sz="500" spc="-10" dirty="0">
                <a:solidFill>
                  <a:srgbClr val="A5ACAC"/>
                </a:solidFill>
                <a:latin typeface="Times New Roman"/>
                <a:cs typeface="Times New Roman"/>
              </a:rPr>
              <a:t>t.</a:t>
            </a:r>
            <a:r>
              <a:rPr sz="500" spc="-10" dirty="0">
                <a:solidFill>
                  <a:srgbClr val="858583"/>
                </a:solidFill>
                <a:latin typeface="Times New Roman"/>
                <a:cs typeface="Times New Roman"/>
              </a:rPr>
              <a:t>�,.</a:t>
            </a:r>
            <a:r>
              <a:rPr sz="500" spc="-10" dirty="0">
                <a:solidFill>
                  <a:srgbClr val="909797"/>
                </a:solidFill>
                <a:latin typeface="Times New Roman"/>
                <a:cs typeface="Times New Roman"/>
              </a:rPr>
              <a:t>.....</a:t>
            </a:r>
            <a:r>
              <a:rPr sz="600" spc="-10" dirty="0">
                <a:solidFill>
                  <a:srgbClr val="909797"/>
                </a:solidFill>
                <a:latin typeface="Arial"/>
                <a:cs typeface="Arial"/>
              </a:rPr>
              <a:t>_,r:</a:t>
            </a:r>
            <a:endParaRPr sz="600">
              <a:latin typeface="Arial"/>
              <a:cs typeface="Arial"/>
            </a:endParaRPr>
          </a:p>
          <a:p>
            <a:pPr marL="85090" indent="-64769">
              <a:lnSpc>
                <a:spcPct val="100000"/>
              </a:lnSpc>
              <a:spcBef>
                <a:spcPts val="170"/>
              </a:spcBef>
              <a:buClr>
                <a:srgbClr val="D1C390"/>
              </a:buClr>
              <a:buChar char="•"/>
              <a:tabLst>
                <a:tab pos="85090" algn="l"/>
              </a:tabLst>
            </a:pPr>
            <a:r>
              <a:rPr sz="450" spc="-10" dirty="0">
                <a:solidFill>
                  <a:srgbClr val="A5ACAC"/>
                </a:solidFill>
                <a:latin typeface="Arial"/>
                <a:cs typeface="Arial"/>
              </a:rPr>
              <a:t>\.</a:t>
            </a:r>
            <a:r>
              <a:rPr sz="450" spc="-10" dirty="0">
                <a:solidFill>
                  <a:srgbClr val="858583"/>
                </a:solidFill>
                <a:latin typeface="Arial"/>
                <a:cs typeface="Arial"/>
              </a:rPr>
              <a:t>�</a:t>
            </a:r>
            <a:r>
              <a:rPr sz="450" spc="-10" dirty="0">
                <a:solidFill>
                  <a:srgbClr val="A5ACAC"/>
                </a:solidFill>
                <a:latin typeface="Arial"/>
                <a:cs typeface="Arial"/>
              </a:rPr>
              <a:t>r.</a:t>
            </a:r>
            <a:r>
              <a:rPr sz="450" spc="-10" dirty="0">
                <a:solidFill>
                  <a:srgbClr val="858583"/>
                </a:solidFill>
                <a:latin typeface="Arial"/>
                <a:cs typeface="Arial"/>
              </a:rPr>
              <a:t>•r.t�tC...</a:t>
            </a:r>
            <a:endParaRPr sz="450">
              <a:latin typeface="Arial"/>
              <a:cs typeface="Arial"/>
            </a:endParaRPr>
          </a:p>
          <a:p>
            <a:pPr marL="85090" indent="-64769">
              <a:lnSpc>
                <a:spcPct val="100000"/>
              </a:lnSpc>
              <a:spcBef>
                <a:spcPts val="20"/>
              </a:spcBef>
              <a:buClr>
                <a:srgbClr val="CAA7B8"/>
              </a:buClr>
              <a:buChar char="•"/>
              <a:tabLst>
                <a:tab pos="85090" algn="l"/>
              </a:tabLst>
            </a:pPr>
            <a:r>
              <a:rPr sz="450" spc="-10" dirty="0">
                <a:solidFill>
                  <a:srgbClr val="909797"/>
                </a:solidFill>
                <a:latin typeface="Times New Roman"/>
                <a:cs typeface="Times New Roman"/>
              </a:rPr>
              <a:t>tJSeu.t</a:t>
            </a:r>
            <a:r>
              <a:rPr sz="450" spc="-10" dirty="0">
                <a:solidFill>
                  <a:srgbClr val="494846"/>
                </a:solidFill>
                <a:latin typeface="Times New Roman"/>
                <a:cs typeface="Times New Roman"/>
              </a:rPr>
              <a:t>,</a:t>
            </a:r>
            <a:r>
              <a:rPr sz="450" spc="-10" dirty="0">
                <a:solidFill>
                  <a:srgbClr val="858583"/>
                </a:solidFill>
                <a:latin typeface="Times New Roman"/>
                <a:cs typeface="Times New Roman"/>
              </a:rPr>
              <a:t>o\stl:u</a:t>
            </a:r>
            <a:r>
              <a:rPr sz="450" spc="-10" dirty="0">
                <a:solidFill>
                  <a:srgbClr val="A5ACAC"/>
                </a:solidFill>
                <a:latin typeface="Times New Roman"/>
                <a:cs typeface="Times New Roman"/>
              </a:rPr>
              <a:t>,..</a:t>
            </a:r>
            <a:endParaRPr sz="450">
              <a:latin typeface="Times New Roman"/>
              <a:cs typeface="Times New Roman"/>
            </a:endParaRPr>
          </a:p>
          <a:p>
            <a:pPr marL="85090" indent="-65405">
              <a:lnSpc>
                <a:spcPct val="100000"/>
              </a:lnSpc>
              <a:spcBef>
                <a:spcPts val="40"/>
              </a:spcBef>
              <a:buClr>
                <a:srgbClr val="9CD1D1"/>
              </a:buClr>
              <a:buChar char="•"/>
              <a:tabLst>
                <a:tab pos="85090" algn="l"/>
              </a:tabLst>
            </a:pPr>
            <a:r>
              <a:rPr sz="550" spc="-10" dirty="0">
                <a:solidFill>
                  <a:srgbClr val="909797"/>
                </a:solidFill>
                <a:latin typeface="Times New Roman"/>
                <a:cs typeface="Times New Roman"/>
              </a:rPr>
              <a:t>W,.</a:t>
            </a:r>
            <a:r>
              <a:rPr sz="550" spc="-10" dirty="0">
                <a:solidFill>
                  <a:srgbClr val="5B5B59"/>
                </a:solidFill>
                <a:latin typeface="Times New Roman"/>
                <a:cs typeface="Times New Roman"/>
              </a:rPr>
              <a:t>·</a:t>
            </a:r>
            <a:r>
              <a:rPr sz="550" spc="-10" dirty="0">
                <a:solidFill>
                  <a:srgbClr val="858583"/>
                </a:solidFill>
                <a:latin typeface="Times New Roman"/>
                <a:cs typeface="Times New Roman"/>
              </a:rPr>
              <a:t>11t�1C</a:t>
            </a:r>
            <a:r>
              <a:rPr sz="550" spc="-10" dirty="0">
                <a:solidFill>
                  <a:srgbClr val="A5ACAC"/>
                </a:solidFill>
                <a:latin typeface="Times New Roman"/>
                <a:cs typeface="Times New Roman"/>
              </a:rPr>
              <a:t>.</a:t>
            </a:r>
            <a:endParaRPr sz="550">
              <a:latin typeface="Times New Roman"/>
              <a:cs typeface="Times New Roman"/>
            </a:endParaRPr>
          </a:p>
          <a:p>
            <a:pPr marL="85725" indent="-73025">
              <a:lnSpc>
                <a:spcPct val="100000"/>
              </a:lnSpc>
              <a:spcBef>
                <a:spcPts val="125"/>
              </a:spcBef>
              <a:buClr>
                <a:srgbClr val="877EA1"/>
              </a:buClr>
              <a:buChar char="•"/>
              <a:tabLst>
                <a:tab pos="85725" algn="l"/>
              </a:tabLst>
            </a:pPr>
            <a:r>
              <a:rPr sz="450" spc="-10" dirty="0">
                <a:solidFill>
                  <a:srgbClr val="A5ACAC"/>
                </a:solidFill>
                <a:latin typeface="Arial"/>
                <a:cs typeface="Arial"/>
              </a:rPr>
              <a:t>\.S</a:t>
            </a:r>
            <a:r>
              <a:rPr sz="450" spc="-10" dirty="0">
                <a:solidFill>
                  <a:srgbClr val="858583"/>
                </a:solidFill>
                <a:latin typeface="Arial"/>
                <a:cs typeface="Arial"/>
              </a:rPr>
              <a:t>l.'fct,¥,:!.:/'C</a:t>
            </a:r>
            <a:r>
              <a:rPr sz="450" spc="-10" dirty="0">
                <a:solidFill>
                  <a:srgbClr val="909797"/>
                </a:solidFill>
                <a:latin typeface="Arial"/>
                <a:cs typeface="Arial"/>
              </a:rPr>
              <a:t>...</a:t>
            </a:r>
            <a:endParaRPr sz="450">
              <a:latin typeface="Arial"/>
              <a:cs typeface="Arial"/>
            </a:endParaRPr>
          </a:p>
          <a:p>
            <a:pPr marL="85725" indent="-64769">
              <a:lnSpc>
                <a:spcPct val="100000"/>
              </a:lnSpc>
              <a:spcBef>
                <a:spcPts val="180"/>
              </a:spcBef>
              <a:buClr>
                <a:srgbClr val="B1B88C"/>
              </a:buClr>
              <a:buChar char="•"/>
              <a:tabLst>
                <a:tab pos="85725" algn="l"/>
              </a:tabLst>
            </a:pPr>
            <a:r>
              <a:rPr sz="350" spc="114" dirty="0">
                <a:solidFill>
                  <a:srgbClr val="A5ACAC"/>
                </a:solidFill>
                <a:latin typeface="Times New Roman"/>
                <a:cs typeface="Times New Roman"/>
              </a:rPr>
              <a:t>\,$�</a:t>
            </a:r>
            <a:r>
              <a:rPr sz="350" spc="114" dirty="0">
                <a:solidFill>
                  <a:srgbClr val="5B5B59"/>
                </a:solidFill>
                <a:latin typeface="Times New Roman"/>
                <a:cs typeface="Times New Roman"/>
              </a:rPr>
              <a:t>1</a:t>
            </a:r>
            <a:r>
              <a:rPr sz="350" spc="114" dirty="0">
                <a:solidFill>
                  <a:srgbClr val="909797"/>
                </a:solidFill>
                <a:latin typeface="Times New Roman"/>
                <a:cs typeface="Times New Roman"/>
              </a:rPr>
              <a:t>�1)1;</a:t>
            </a:r>
            <a:r>
              <a:rPr sz="350" spc="114" dirty="0">
                <a:solidFill>
                  <a:srgbClr val="C1C1BF"/>
                </a:solidFill>
                <a:latin typeface="Times New Roman"/>
                <a:cs typeface="Times New Roman"/>
              </a:rPr>
              <a:t>.</a:t>
            </a:r>
            <a:endParaRPr sz="3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400" dirty="0">
                <a:solidFill>
                  <a:srgbClr val="A5ACAC"/>
                </a:solidFill>
                <a:latin typeface="Times New Roman"/>
                <a:cs typeface="Times New Roman"/>
              </a:rPr>
              <a:t>\.</a:t>
            </a:r>
            <a:r>
              <a:rPr sz="400" dirty="0">
                <a:solidFill>
                  <a:srgbClr val="858583"/>
                </a:solidFill>
                <a:latin typeface="Times New Roman"/>
                <a:cs typeface="Times New Roman"/>
              </a:rPr>
              <a:t>,$</a:t>
            </a:r>
            <a:r>
              <a:rPr sz="400" spc="125" dirty="0">
                <a:solidFill>
                  <a:srgbClr val="858583"/>
                </a:solidFill>
                <a:latin typeface="Times New Roman"/>
                <a:cs typeface="Times New Roman"/>
              </a:rPr>
              <a:t> </a:t>
            </a:r>
            <a:r>
              <a:rPr sz="450" spc="-10" dirty="0">
                <a:solidFill>
                  <a:srgbClr val="909797"/>
                </a:solidFill>
                <a:latin typeface="Times New Roman"/>
                <a:cs typeface="Times New Roman"/>
              </a:rPr>
              <a:t>t,.•v.t</a:t>
            </a:r>
            <a:r>
              <a:rPr sz="450" spc="-10" dirty="0">
                <a:solidFill>
                  <a:srgbClr val="747472"/>
                </a:solidFill>
                <a:latin typeface="Times New Roman"/>
                <a:cs typeface="Times New Roman"/>
              </a:rPr>
              <a:t>��</a:t>
            </a:r>
            <a:r>
              <a:rPr sz="450" spc="-10" dirty="0">
                <a:solidFill>
                  <a:srgbClr val="909797"/>
                </a:solidFill>
                <a:latin typeface="Times New Roman"/>
                <a:cs typeface="Times New Roman"/>
              </a:rPr>
              <a:t>t-</a:t>
            </a:r>
            <a:r>
              <a:rPr sz="450" spc="-30" dirty="0">
                <a:solidFill>
                  <a:srgbClr val="909797"/>
                </a:solidFill>
                <a:latin typeface="Times New Roman"/>
                <a:cs typeface="Times New Roman"/>
              </a:rPr>
              <a:t>C,</a:t>
            </a:r>
            <a:r>
              <a:rPr sz="450" spc="-30" dirty="0">
                <a:solidFill>
                  <a:srgbClr val="747472"/>
                </a:solidFill>
                <a:latin typeface="Times New Roman"/>
                <a:cs typeface="Times New Roman"/>
              </a:rPr>
              <a:t>..</a:t>
            </a:r>
            <a:endParaRPr sz="450">
              <a:latin typeface="Times New Roman"/>
              <a:cs typeface="Times New Roman"/>
            </a:endParaRPr>
          </a:p>
          <a:p>
            <a:pPr marL="85090" indent="-64769">
              <a:lnSpc>
                <a:spcPct val="100000"/>
              </a:lnSpc>
              <a:spcBef>
                <a:spcPts val="140"/>
              </a:spcBef>
              <a:buClr>
                <a:srgbClr val="93BADB"/>
              </a:buClr>
              <a:buChar char="•"/>
              <a:tabLst>
                <a:tab pos="85090" algn="l"/>
              </a:tabLst>
            </a:pPr>
            <a:r>
              <a:rPr sz="450" dirty="0">
                <a:solidFill>
                  <a:srgbClr val="A5ACAC"/>
                </a:solidFill>
                <a:latin typeface="Arial"/>
                <a:cs typeface="Arial"/>
              </a:rPr>
              <a:t>\,t</a:t>
            </a:r>
            <a:r>
              <a:rPr sz="450" dirty="0">
                <a:solidFill>
                  <a:srgbClr val="747472"/>
                </a:solidFill>
                <a:latin typeface="Arial"/>
                <a:cs typeface="Arial"/>
              </a:rPr>
              <a:t>'H</a:t>
            </a:r>
            <a:r>
              <a:rPr sz="450" dirty="0">
                <a:solidFill>
                  <a:srgbClr val="909797"/>
                </a:solidFill>
                <a:latin typeface="Arial"/>
                <a:cs typeface="Arial"/>
              </a:rPr>
              <a:t>,</a:t>
            </a:r>
            <a:r>
              <a:rPr sz="450" dirty="0">
                <a:solidFill>
                  <a:srgbClr val="747472"/>
                </a:solidFill>
                <a:latin typeface="Arial"/>
                <a:cs typeface="Arial"/>
              </a:rPr>
              <a:t>'i:t...-</a:t>
            </a:r>
            <a:r>
              <a:rPr sz="450" spc="305" dirty="0">
                <a:solidFill>
                  <a:srgbClr val="747472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747472"/>
                </a:solidFill>
                <a:latin typeface="Times New Roman"/>
                <a:cs typeface="Times New Roman"/>
              </a:rPr>
              <a:t>i</a:t>
            </a:r>
            <a:r>
              <a:rPr sz="450" spc="-25" dirty="0">
                <a:solidFill>
                  <a:srgbClr val="909797"/>
                </a:solidFill>
                <a:latin typeface="Times New Roman"/>
                <a:cs typeface="Times New Roman"/>
              </a:rPr>
              <a:t>r:</a:t>
            </a:r>
            <a:endParaRPr sz="450">
              <a:latin typeface="Times New Roman"/>
              <a:cs typeface="Times New Roman"/>
            </a:endParaRPr>
          </a:p>
          <a:p>
            <a:pPr marL="86360" indent="-66040">
              <a:lnSpc>
                <a:spcPct val="100000"/>
              </a:lnSpc>
              <a:spcBef>
                <a:spcPts val="145"/>
              </a:spcBef>
              <a:buClr>
                <a:srgbClr val="A5ACAC"/>
              </a:buClr>
              <a:buChar char="•"/>
              <a:tabLst>
                <a:tab pos="86360" algn="l"/>
              </a:tabLst>
            </a:pPr>
            <a:r>
              <a:rPr sz="450" spc="60" dirty="0">
                <a:solidFill>
                  <a:srgbClr val="C1C1BF"/>
                </a:solidFill>
                <a:latin typeface="Times New Roman"/>
                <a:cs typeface="Times New Roman"/>
              </a:rPr>
              <a:t>\.</a:t>
            </a:r>
            <a:r>
              <a:rPr sz="450" spc="60" dirty="0">
                <a:solidFill>
                  <a:srgbClr val="A5ACAC"/>
                </a:solidFill>
                <a:latin typeface="Times New Roman"/>
                <a:cs typeface="Times New Roman"/>
              </a:rPr>
              <a:t>'$"';:t�,c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714352" y="7976553"/>
            <a:ext cx="44958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dirty="0">
                <a:solidFill>
                  <a:srgbClr val="909797"/>
                </a:solidFill>
                <a:latin typeface="Times New Roman"/>
                <a:cs typeface="Times New Roman"/>
              </a:rPr>
              <a:t>206.2:'!8118</a:t>
            </a:r>
            <a:r>
              <a:rPr sz="500" spc="150" dirty="0">
                <a:solidFill>
                  <a:srgbClr val="909797"/>
                </a:solidFill>
                <a:latin typeface="Times New Roman"/>
                <a:cs typeface="Times New Roman"/>
              </a:rPr>
              <a:t> </a:t>
            </a:r>
            <a:r>
              <a:rPr sz="500" spc="-25" dirty="0">
                <a:solidFill>
                  <a:srgbClr val="A5ACAC"/>
                </a:solidFill>
                <a:latin typeface="Times New Roman"/>
                <a:cs typeface="Times New Roman"/>
              </a:rPr>
              <a:t>1l;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817934" y="7984428"/>
            <a:ext cx="29908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50" dirty="0">
                <a:solidFill>
                  <a:srgbClr val="A5ACAC"/>
                </a:solidFill>
                <a:latin typeface="Times New Roman"/>
                <a:cs typeface="Times New Roman"/>
              </a:rPr>
              <a:t>10.()</a:t>
            </a:r>
            <a:r>
              <a:rPr sz="450" dirty="0">
                <a:solidFill>
                  <a:srgbClr val="858583"/>
                </a:solidFill>
                <a:latin typeface="Times New Roman"/>
                <a:cs typeface="Times New Roman"/>
              </a:rPr>
              <a:t>,()</a:t>
            </a:r>
            <a:r>
              <a:rPr sz="450" spc="85" dirty="0">
                <a:solidFill>
                  <a:srgbClr val="858583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858583"/>
                </a:solidFill>
                <a:latin typeface="Times New Roman"/>
                <a:cs typeface="Times New Roman"/>
              </a:rPr>
              <a:t>11</a:t>
            </a:r>
            <a:r>
              <a:rPr sz="450" spc="-30" dirty="0">
                <a:solidFill>
                  <a:srgbClr val="858583"/>
                </a:solidFill>
                <a:latin typeface="Times New Roman"/>
                <a:cs typeface="Times New Roman"/>
              </a:rPr>
              <a:t> </a:t>
            </a:r>
            <a:r>
              <a:rPr sz="450" spc="-50" dirty="0">
                <a:solidFill>
                  <a:srgbClr val="A5ACAC"/>
                </a:solidFill>
                <a:latin typeface="Times New Roman"/>
                <a:cs typeface="Times New Roman"/>
              </a:rPr>
              <a:t>l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3236325" y="6055057"/>
            <a:ext cx="12573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i="1" spc="-25" dirty="0">
                <a:solidFill>
                  <a:srgbClr val="909797"/>
                </a:solidFill>
                <a:latin typeface="Arial"/>
                <a:cs typeface="Arial"/>
              </a:rPr>
              <a:t>P.</a:t>
            </a:r>
            <a:endParaRPr sz="7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686470" y="5842433"/>
            <a:ext cx="1732280" cy="168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525"/>
              </a:lnSpc>
              <a:spcBef>
                <a:spcPts val="114"/>
              </a:spcBef>
            </a:pPr>
            <a:r>
              <a:rPr sz="450" dirty="0">
                <a:solidFill>
                  <a:srgbClr val="909797"/>
                </a:solidFill>
                <a:latin typeface="Times New Roman"/>
                <a:cs typeface="Times New Roman"/>
              </a:rPr>
              <a:t>(l</a:t>
            </a:r>
            <a:r>
              <a:rPr sz="450" dirty="0">
                <a:solidFill>
                  <a:srgbClr val="747472"/>
                </a:solidFill>
                <a:latin typeface="Times New Roman"/>
                <a:cs typeface="Times New Roman"/>
              </a:rPr>
              <a:t>,t</a:t>
            </a:r>
            <a:r>
              <a:rPr sz="450" dirty="0">
                <a:solidFill>
                  <a:srgbClr val="909797"/>
                </a:solidFill>
                <a:latin typeface="Times New Roman"/>
                <a:cs typeface="Times New Roman"/>
              </a:rPr>
              <a:t>{l.41.</a:t>
            </a:r>
            <a:r>
              <a:rPr sz="450" dirty="0">
                <a:solidFill>
                  <a:srgbClr val="747472"/>
                </a:solidFill>
                <a:latin typeface="Times New Roman"/>
                <a:cs typeface="Times New Roman"/>
              </a:rPr>
              <a:t>1</a:t>
            </a:r>
            <a:r>
              <a:rPr sz="450" spc="250" dirty="0">
                <a:solidFill>
                  <a:srgbClr val="747472"/>
                </a:solidFill>
                <a:latin typeface="Times New Roman"/>
                <a:cs typeface="Times New Roman"/>
              </a:rPr>
              <a:t>  </a:t>
            </a:r>
            <a:r>
              <a:rPr sz="450" spc="50" dirty="0">
                <a:solidFill>
                  <a:srgbClr val="747472"/>
                </a:solidFill>
                <a:latin typeface="Times New Roman"/>
                <a:cs typeface="Times New Roman"/>
              </a:rPr>
              <a:t>ll</a:t>
            </a:r>
            <a:r>
              <a:rPr sz="450" spc="50" dirty="0">
                <a:solidFill>
                  <a:srgbClr val="909797"/>
                </a:solidFill>
                <a:latin typeface="Times New Roman"/>
                <a:cs typeface="Times New Roman"/>
              </a:rPr>
              <a:t>�A</a:t>
            </a:r>
            <a:r>
              <a:rPr sz="450" spc="50" dirty="0">
                <a:solidFill>
                  <a:srgbClr val="747472"/>
                </a:solidFill>
                <a:latin typeface="Times New Roman"/>
                <a:cs typeface="Times New Roman"/>
              </a:rPr>
              <a:t>M</a:t>
            </a:r>
            <a:r>
              <a:rPr sz="450" spc="254" dirty="0">
                <a:solidFill>
                  <a:srgbClr val="747472"/>
                </a:solidFill>
                <a:latin typeface="Times New Roman"/>
                <a:cs typeface="Times New Roman"/>
              </a:rPr>
              <a:t>  </a:t>
            </a:r>
            <a:r>
              <a:rPr sz="450" dirty="0">
                <a:solidFill>
                  <a:srgbClr val="909797"/>
                </a:solidFill>
                <a:latin typeface="Times New Roman"/>
                <a:cs typeface="Times New Roman"/>
              </a:rPr>
              <a:t>l&lt;'@A</a:t>
            </a:r>
            <a:r>
              <a:rPr sz="450" dirty="0">
                <a:solidFill>
                  <a:srgbClr val="747472"/>
                </a:solidFill>
                <a:latin typeface="Times New Roman"/>
                <a:cs typeface="Times New Roman"/>
              </a:rPr>
              <a:t>M</a:t>
            </a:r>
            <a:r>
              <a:rPr sz="450" spc="254" dirty="0">
                <a:solidFill>
                  <a:srgbClr val="747472"/>
                </a:solidFill>
                <a:latin typeface="Times New Roman"/>
                <a:cs typeface="Times New Roman"/>
              </a:rPr>
              <a:t>  </a:t>
            </a:r>
            <a:r>
              <a:rPr sz="450" spc="50" dirty="0">
                <a:solidFill>
                  <a:srgbClr val="909797"/>
                </a:solidFill>
                <a:latin typeface="Times New Roman"/>
                <a:cs typeface="Times New Roman"/>
              </a:rPr>
              <a:t>ljllQ�,</a:t>
            </a:r>
            <a:r>
              <a:rPr sz="450" spc="225" dirty="0">
                <a:solidFill>
                  <a:srgbClr val="909797"/>
                </a:solidFill>
                <a:latin typeface="Times New Roman"/>
                <a:cs typeface="Times New Roman"/>
              </a:rPr>
              <a:t>  </a:t>
            </a:r>
            <a:r>
              <a:rPr sz="450" dirty="0">
                <a:solidFill>
                  <a:srgbClr val="A5ACAC"/>
                </a:solidFill>
                <a:latin typeface="Times New Roman"/>
                <a:cs typeface="Times New Roman"/>
              </a:rPr>
              <a:t>"</a:t>
            </a:r>
            <a:r>
              <a:rPr sz="450" dirty="0">
                <a:solidFill>
                  <a:srgbClr val="858583"/>
                </a:solidFill>
                <a:latin typeface="Times New Roman"/>
                <a:cs typeface="Times New Roman"/>
              </a:rPr>
              <a:t>?0,._._,</a:t>
            </a:r>
            <a:r>
              <a:rPr sz="450" spc="310" dirty="0">
                <a:solidFill>
                  <a:srgbClr val="858583"/>
                </a:solidFill>
                <a:latin typeface="Times New Roman"/>
                <a:cs typeface="Times New Roman"/>
              </a:rPr>
              <a:t>  </a:t>
            </a:r>
            <a:r>
              <a:rPr sz="450" spc="-45" dirty="0">
                <a:solidFill>
                  <a:srgbClr val="A5ACAC"/>
                </a:solidFill>
                <a:latin typeface="Times New Roman"/>
                <a:cs typeface="Times New Roman"/>
              </a:rPr>
              <a:t>P-</a:t>
            </a:r>
            <a:r>
              <a:rPr sz="450" spc="-40" dirty="0">
                <a:solidFill>
                  <a:srgbClr val="858583"/>
                </a:solidFill>
                <a:latin typeface="Times New Roman"/>
                <a:cs typeface="Times New Roman"/>
              </a:rPr>
              <a:t>:l(IJ.</a:t>
            </a:r>
            <a:r>
              <a:rPr sz="450" spc="-40" dirty="0">
                <a:solidFill>
                  <a:srgbClr val="A5ACAC"/>
                </a:solidFill>
                <a:latin typeface="Times New Roman"/>
                <a:cs typeface="Times New Roman"/>
              </a:rPr>
              <a:t>1,,1</a:t>
            </a:r>
            <a:endParaRPr sz="450">
              <a:latin typeface="Times New Roman"/>
              <a:cs typeface="Times New Roman"/>
            </a:endParaRPr>
          </a:p>
          <a:p>
            <a:pPr marL="14604">
              <a:lnSpc>
                <a:spcPts val="585"/>
              </a:lnSpc>
            </a:pPr>
            <a:r>
              <a:rPr sz="500" spc="-10" dirty="0">
                <a:solidFill>
                  <a:srgbClr val="343D49"/>
                </a:solidFill>
                <a:latin typeface="Times New Roman"/>
                <a:cs typeface="Times New Roman"/>
              </a:rPr>
              <a:t>1</a:t>
            </a:r>
            <a:r>
              <a:rPr sz="500" spc="-10" dirty="0">
                <a:solidFill>
                  <a:srgbClr val="A5ACAC"/>
                </a:solidFill>
                <a:latin typeface="Times New Roman"/>
                <a:cs typeface="Times New Roman"/>
              </a:rPr>
              <a:t>0</a:t>
            </a:r>
            <a:r>
              <a:rPr sz="500" spc="-10" dirty="0">
                <a:solidFill>
                  <a:srgbClr val="858583"/>
                </a:solidFill>
                <a:latin typeface="Times New Roman"/>
                <a:cs typeface="Times New Roman"/>
              </a:rPr>
              <a:t>1,;�</a:t>
            </a:r>
            <a:r>
              <a:rPr sz="500" spc="-10" dirty="0">
                <a:solidFill>
                  <a:srgbClr val="A5ACAC"/>
                </a:solidFill>
                <a:latin typeface="Times New Roman"/>
                <a:cs typeface="Times New Roman"/>
              </a:rPr>
              <a:t>�WN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3441159" y="6003870"/>
            <a:ext cx="5207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909797"/>
                </a:solidFill>
                <a:latin typeface="Times New Roman"/>
                <a:cs typeface="Times New Roman"/>
              </a:rPr>
              <a:t>Sr,o.,.•Ui&gt;&amp;:U{D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4622730" y="6480306"/>
            <a:ext cx="24447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350" dirty="0">
                <a:solidFill>
                  <a:srgbClr val="909797"/>
                </a:solidFill>
                <a:latin typeface="Arial"/>
                <a:cs typeface="Arial"/>
              </a:rPr>
              <a:t>•</a:t>
            </a:r>
            <a:r>
              <a:rPr sz="2350" spc="-350" dirty="0">
                <a:solidFill>
                  <a:srgbClr val="858583"/>
                </a:solidFill>
                <a:latin typeface="Times New Roman"/>
                <a:cs typeface="Times New Roman"/>
              </a:rPr>
              <a:t>•••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4590314" y="6511806"/>
            <a:ext cx="29337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75" dirty="0">
                <a:solidFill>
                  <a:srgbClr val="858583"/>
                </a:solidFill>
                <a:latin typeface="Arial"/>
                <a:cs typeface="Arial"/>
              </a:rPr>
              <a:t>·-</a:t>
            </a:r>
            <a:endParaRPr sz="28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4590314" y="6566931"/>
            <a:ext cx="29337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75" dirty="0">
                <a:solidFill>
                  <a:srgbClr val="909797"/>
                </a:solidFill>
                <a:latin typeface="Arial"/>
                <a:cs typeface="Arial"/>
              </a:rPr>
              <a:t>·-</a:t>
            </a:r>
            <a:endParaRPr sz="28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4454021" y="6826805"/>
            <a:ext cx="591185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20" dirty="0">
                <a:solidFill>
                  <a:srgbClr val="747472"/>
                </a:solidFill>
                <a:latin typeface="Arial"/>
                <a:cs typeface="Arial"/>
              </a:rPr>
              <a:t>No</a:t>
            </a:r>
            <a:r>
              <a:rPr sz="550" spc="-55" dirty="0">
                <a:solidFill>
                  <a:srgbClr val="747472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47472"/>
                </a:solidFill>
                <a:latin typeface="Arial"/>
                <a:cs typeface="Arial"/>
              </a:rPr>
              <a:t>Aesuh1.</a:t>
            </a:r>
            <a:r>
              <a:rPr sz="550" spc="-10" dirty="0">
                <a:solidFill>
                  <a:srgbClr val="5B5B59"/>
                </a:solidFill>
                <a:latin typeface="Arial"/>
                <a:cs typeface="Arial"/>
              </a:rPr>
              <a:t>Found</a:t>
            </a:r>
            <a:endParaRPr sz="5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5989228" y="6047183"/>
            <a:ext cx="12573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i="1" spc="-25" dirty="0">
                <a:solidFill>
                  <a:srgbClr val="909797"/>
                </a:solidFill>
                <a:latin typeface="Arial"/>
                <a:cs typeface="Arial"/>
              </a:rPr>
              <a:t>P.</a:t>
            </a:r>
            <a:endParaRPr sz="7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6434942" y="5940871"/>
            <a:ext cx="1756410" cy="172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80"/>
              </a:lnSpc>
              <a:spcBef>
                <a:spcPts val="95"/>
              </a:spcBef>
            </a:pPr>
            <a:r>
              <a:rPr sz="450" spc="-10" dirty="0">
                <a:solidFill>
                  <a:srgbClr val="858583"/>
                </a:solidFill>
                <a:latin typeface="Times New Roman"/>
                <a:cs typeface="Times New Roman"/>
              </a:rPr>
              <a:t>11:JOA&gt;.I</a:t>
            </a:r>
            <a:r>
              <a:rPr sz="450" spc="245" dirty="0">
                <a:solidFill>
                  <a:srgbClr val="858583"/>
                </a:solidFill>
                <a:latin typeface="Times New Roman"/>
                <a:cs typeface="Times New Roman"/>
              </a:rPr>
              <a:t>  </a:t>
            </a:r>
            <a:r>
              <a:rPr sz="500" i="1" dirty="0">
                <a:solidFill>
                  <a:srgbClr val="858583"/>
                </a:solidFill>
                <a:latin typeface="Times New Roman"/>
                <a:cs typeface="Times New Roman"/>
              </a:rPr>
              <a:t>8::CJIJA</a:t>
            </a:r>
            <a:r>
              <a:rPr sz="500" i="1" spc="225" dirty="0">
                <a:solidFill>
                  <a:srgbClr val="858583"/>
                </a:solidFill>
                <a:latin typeface="Times New Roman"/>
                <a:cs typeface="Times New Roman"/>
              </a:rPr>
              <a:t>  </a:t>
            </a:r>
            <a:r>
              <a:rPr sz="450" dirty="0">
                <a:solidFill>
                  <a:srgbClr val="909797"/>
                </a:solidFill>
                <a:latin typeface="Times New Roman"/>
                <a:cs typeface="Times New Roman"/>
              </a:rPr>
              <a:t>'::00,V.!</a:t>
            </a:r>
            <a:r>
              <a:rPr sz="450" spc="225" dirty="0">
                <a:solidFill>
                  <a:srgbClr val="909797"/>
                </a:solidFill>
                <a:latin typeface="Times New Roman"/>
                <a:cs typeface="Times New Roman"/>
              </a:rPr>
              <a:t>  </a:t>
            </a:r>
            <a:r>
              <a:rPr sz="450" spc="45" dirty="0">
                <a:solidFill>
                  <a:srgbClr val="909797"/>
                </a:solidFill>
                <a:latin typeface="Times New Roman"/>
                <a:cs typeface="Times New Roman"/>
              </a:rPr>
              <a:t>ti:10,\..</a:t>
            </a:r>
            <a:r>
              <a:rPr sz="450" spc="484" dirty="0">
                <a:solidFill>
                  <a:srgbClr val="909797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909797"/>
                </a:solidFill>
                <a:latin typeface="Times New Roman"/>
                <a:cs typeface="Times New Roman"/>
              </a:rPr>
              <a:t>921)/.t,.I</a:t>
            </a:r>
            <a:r>
              <a:rPr sz="450" spc="215" dirty="0">
                <a:solidFill>
                  <a:srgbClr val="909797"/>
                </a:solidFill>
                <a:latin typeface="Times New Roman"/>
                <a:cs typeface="Times New Roman"/>
              </a:rPr>
              <a:t>  </a:t>
            </a:r>
            <a:r>
              <a:rPr sz="450" spc="-10" dirty="0">
                <a:solidFill>
                  <a:srgbClr val="909797"/>
                </a:solidFill>
                <a:latin typeface="Times New Roman"/>
                <a:cs typeface="Times New Roman"/>
              </a:rPr>
              <a:t>!1:ro/</a:t>
            </a:r>
            <a:r>
              <a:rPr sz="450" spc="-10" dirty="0">
                <a:solidFill>
                  <a:srgbClr val="747472"/>
                </a:solidFill>
                <a:latin typeface="Times New Roman"/>
                <a:cs typeface="Times New Roman"/>
              </a:rPr>
              <a:t>,1.1</a:t>
            </a:r>
            <a:endParaRPr sz="450">
              <a:latin typeface="Times New Roman"/>
              <a:cs typeface="Times New Roman"/>
            </a:endParaRPr>
          </a:p>
          <a:p>
            <a:pPr marL="25400">
              <a:lnSpc>
                <a:spcPts val="580"/>
              </a:lnSpc>
            </a:pPr>
            <a:r>
              <a:rPr sz="500" spc="-35" dirty="0">
                <a:solidFill>
                  <a:srgbClr val="858583"/>
                </a:solidFill>
                <a:latin typeface="Times New Roman"/>
                <a:cs typeface="Times New Roman"/>
              </a:rPr>
              <a:t>lOOr.'l</a:t>
            </a:r>
            <a:r>
              <a:rPr sz="500" spc="30" dirty="0">
                <a:solidFill>
                  <a:srgbClr val="858583"/>
                </a:solidFill>
                <a:latin typeface="Times New Roman"/>
                <a:cs typeface="Times New Roman"/>
              </a:rPr>
              <a:t> </a:t>
            </a:r>
            <a:r>
              <a:rPr sz="400" i="1" spc="-20" dirty="0">
                <a:solidFill>
                  <a:srgbClr val="909797"/>
                </a:solidFill>
                <a:latin typeface="Arial"/>
                <a:cs typeface="Arial"/>
              </a:rPr>
              <a:t>X!�4</a:t>
            </a:r>
            <a:endParaRPr sz="4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7347347" y="6275557"/>
            <a:ext cx="267970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00" spc="-465" dirty="0">
                <a:solidFill>
                  <a:srgbClr val="909797"/>
                </a:solidFill>
                <a:latin typeface="Arial"/>
                <a:cs typeface="Arial"/>
              </a:rPr>
              <a:t>..,.</a:t>
            </a:r>
            <a:endParaRPr sz="33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7309146" y="6436993"/>
            <a:ext cx="353060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5175" spc="-1582" baseline="-8051" dirty="0">
                <a:solidFill>
                  <a:srgbClr val="909797"/>
                </a:solidFill>
                <a:latin typeface="Arial"/>
                <a:cs typeface="Arial"/>
              </a:rPr>
              <a:t>·</a:t>
            </a:r>
            <a:r>
              <a:rPr sz="2850" spc="-40" dirty="0">
                <a:solidFill>
                  <a:srgbClr val="909797"/>
                </a:solidFill>
                <a:latin typeface="Arial"/>
                <a:cs typeface="Arial"/>
              </a:rPr>
              <a:t>·</a:t>
            </a:r>
            <a:r>
              <a:rPr sz="5175" spc="-1575" baseline="-8051" dirty="0">
                <a:solidFill>
                  <a:srgbClr val="909797"/>
                </a:solidFill>
                <a:latin typeface="Arial"/>
                <a:cs typeface="Arial"/>
              </a:rPr>
              <a:t>-</a:t>
            </a:r>
            <a:r>
              <a:rPr sz="2850" spc="50" dirty="0">
                <a:solidFill>
                  <a:srgbClr val="909797"/>
                </a:solidFill>
                <a:latin typeface="Arial"/>
                <a:cs typeface="Arial"/>
              </a:rPr>
              <a:t>-</a:t>
            </a:r>
            <a:endParaRPr sz="28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7206627" y="6822868"/>
            <a:ext cx="59118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B5B59"/>
                </a:solidFill>
                <a:latin typeface="Arial"/>
                <a:cs typeface="Arial"/>
              </a:rPr>
              <a:t>No</a:t>
            </a:r>
            <a:r>
              <a:rPr sz="600" dirty="0">
                <a:solidFill>
                  <a:srgbClr val="858583"/>
                </a:solidFill>
                <a:latin typeface="Arial"/>
                <a:cs typeface="Arial"/>
              </a:rPr>
              <a:t>fwsutt</a:t>
            </a:r>
            <a:r>
              <a:rPr sz="600" dirty="0">
                <a:solidFill>
                  <a:srgbClr val="5B5B59"/>
                </a:solidFill>
                <a:latin typeface="Arial"/>
                <a:cs typeface="Arial"/>
              </a:rPr>
              <a:t>s</a:t>
            </a:r>
            <a:r>
              <a:rPr sz="600" spc="-70" dirty="0">
                <a:solidFill>
                  <a:srgbClr val="5B5B59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5B5B59"/>
                </a:solidFill>
                <a:latin typeface="Arial"/>
                <a:cs typeface="Arial"/>
              </a:rPr>
              <a:t>Found</a:t>
            </a:r>
            <a:endParaRPr sz="6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850297" y="6976430"/>
            <a:ext cx="129603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dirty="0">
                <a:solidFill>
                  <a:srgbClr val="747472"/>
                </a:solidFill>
                <a:latin typeface="Arial"/>
                <a:cs typeface="Arial"/>
              </a:rPr>
              <a:t>�·</a:t>
            </a:r>
            <a:r>
              <a:rPr sz="500" spc="185" dirty="0">
                <a:solidFill>
                  <a:srgbClr val="747472"/>
                </a:solidFill>
                <a:latin typeface="Arial"/>
                <a:cs typeface="Arial"/>
              </a:rPr>
              <a:t> </a:t>
            </a:r>
            <a:r>
              <a:rPr sz="500" spc="-65" dirty="0">
                <a:solidFill>
                  <a:srgbClr val="858583"/>
                </a:solidFill>
                <a:latin typeface="Arial"/>
                <a:cs typeface="Arial"/>
              </a:rPr>
              <a:t>tr.001</a:t>
            </a:r>
            <a:r>
              <a:rPr sz="500" spc="-65" dirty="0">
                <a:solidFill>
                  <a:srgbClr val="5B5B59"/>
                </a:solidFill>
                <a:latin typeface="Arial"/>
                <a:cs typeface="Arial"/>
              </a:rPr>
              <a:t>1V1</a:t>
            </a:r>
            <a:r>
              <a:rPr sz="500" spc="-65" dirty="0">
                <a:solidFill>
                  <a:srgbClr val="858583"/>
                </a:solidFill>
                <a:latin typeface="Arial"/>
                <a:cs typeface="Arial"/>
              </a:rPr>
              <a:t>ng</a:t>
            </a:r>
            <a:r>
              <a:rPr sz="500" spc="5" dirty="0">
                <a:solidFill>
                  <a:srgbClr val="858583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5B5B59"/>
                </a:solidFill>
                <a:latin typeface="Arial"/>
                <a:cs typeface="Arial"/>
              </a:rPr>
              <a:t>tre</a:t>
            </a:r>
            <a:r>
              <a:rPr sz="500" spc="150" dirty="0">
                <a:solidFill>
                  <a:srgbClr val="5B5B59"/>
                </a:solidFill>
                <a:latin typeface="Arial"/>
                <a:cs typeface="Arial"/>
              </a:rPr>
              <a:t> </a:t>
            </a:r>
            <a:r>
              <a:rPr sz="500" spc="-40" dirty="0">
                <a:solidFill>
                  <a:srgbClr val="747472"/>
                </a:solidFill>
                <a:latin typeface="Arial"/>
                <a:cs typeface="Arial"/>
              </a:rPr>
              <a:t>QIJ8:'\'</a:t>
            </a:r>
            <a:r>
              <a:rPr sz="500" spc="-40" dirty="0">
                <a:solidFill>
                  <a:srgbClr val="A5ACAC"/>
                </a:solidFill>
                <a:latin typeface="Arial"/>
                <a:cs typeface="Arial"/>
              </a:rPr>
              <a:t>.</a:t>
            </a:r>
            <a:r>
              <a:rPr sz="500" spc="-55" dirty="0">
                <a:solidFill>
                  <a:srgbClr val="A5ACAC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858583"/>
                </a:solidFill>
                <a:latin typeface="Arial"/>
                <a:cs typeface="Arial"/>
              </a:rPr>
              <a:t>ootllie&lt;$</a:t>
            </a:r>
            <a:r>
              <a:rPr sz="500" spc="-10" dirty="0">
                <a:solidFill>
                  <a:srgbClr val="5B5B59"/>
                </a:solidFill>
                <a:latin typeface="Arial"/>
                <a:cs typeface="Arial"/>
              </a:rPr>
              <a:t>o</a:t>
            </a:r>
            <a:r>
              <a:rPr sz="500" spc="-10" dirty="0">
                <a:solidFill>
                  <a:srgbClr val="909797"/>
                </a:solidFill>
                <a:latin typeface="Arial"/>
                <a:cs typeface="Arial"/>
              </a:rPr>
              <a:t>r</a:t>
            </a:r>
            <a:r>
              <a:rPr sz="500" spc="-10" dirty="0">
                <a:solidFill>
                  <a:srgbClr val="747472"/>
                </a:solidFill>
                <a:latin typeface="Arial"/>
                <a:cs typeface="Arial"/>
              </a:rPr>
              <a:t>il'l'leruQe.</a:t>
            </a:r>
            <a:endParaRPr sz="5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8324492" y="4728124"/>
            <a:ext cx="62865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50" dirty="0">
                <a:solidFill>
                  <a:srgbClr val="494846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3422407" y="5161248"/>
            <a:ext cx="89852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60" dirty="0">
                <a:solidFill>
                  <a:srgbClr val="747472"/>
                </a:solidFill>
                <a:latin typeface="Times New Roman"/>
                <a:cs typeface="Times New Roman"/>
              </a:rPr>
              <a:t>Net..,'1::111&lt;</a:t>
            </a:r>
            <a:r>
              <a:rPr sz="550" spc="-60" dirty="0">
                <a:solidFill>
                  <a:srgbClr val="5B5B59"/>
                </a:solidFill>
                <a:latin typeface="Times New Roman"/>
                <a:cs typeface="Times New Roman"/>
              </a:rPr>
              <a:t>,EQ'e68</a:t>
            </a:r>
            <a:r>
              <a:rPr sz="550" spc="-60" dirty="0">
                <a:solidFill>
                  <a:srgbClr val="494846"/>
                </a:solidFill>
                <a:latin typeface="Times New Roman"/>
                <a:cs typeface="Times New Roman"/>
              </a:rPr>
              <a:t>T</a:t>
            </a:r>
            <a:r>
              <a:rPr sz="550" spc="-60" dirty="0">
                <a:solidFill>
                  <a:srgbClr val="747472"/>
                </a:solidFill>
                <a:latin typeface="Times New Roman"/>
                <a:cs typeface="Times New Roman"/>
              </a:rPr>
              <a:t>rant</a:t>
            </a:r>
            <a:r>
              <a:rPr sz="550" spc="220" dirty="0">
                <a:solidFill>
                  <a:srgbClr val="747472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B5B59"/>
                </a:solidFill>
                <a:latin typeface="Times New Roman"/>
                <a:cs typeface="Times New Roman"/>
              </a:rPr>
              <a:t>to</a:t>
            </a:r>
            <a:r>
              <a:rPr sz="550" spc="30" dirty="0">
                <a:solidFill>
                  <a:srgbClr val="5B5B59"/>
                </a:solidFill>
                <a:latin typeface="Times New Roman"/>
                <a:cs typeface="Times New Roman"/>
              </a:rPr>
              <a:t> </a:t>
            </a:r>
            <a:r>
              <a:rPr sz="550" spc="-20" dirty="0">
                <a:solidFill>
                  <a:srgbClr val="5B5B59"/>
                </a:solidFill>
                <a:latin typeface="Times New Roman"/>
                <a:cs typeface="Times New Roman"/>
              </a:rPr>
              <a:t>P</a:t>
            </a:r>
            <a:r>
              <a:rPr sz="550" spc="-20" dirty="0">
                <a:solidFill>
                  <a:srgbClr val="858583"/>
                </a:solidFill>
                <a:latin typeface="Times New Roman"/>
                <a:cs typeface="Times New Roman"/>
              </a:rPr>
              <a:t>tl</a:t>
            </a:r>
            <a:r>
              <a:rPr sz="550" spc="-20" dirty="0">
                <a:solidFill>
                  <a:srgbClr val="494846"/>
                </a:solidFill>
                <a:latin typeface="Times New Roman"/>
                <a:cs typeface="Times New Roman"/>
              </a:rPr>
              <a:t>b</a:t>
            </a:r>
            <a:r>
              <a:rPr sz="550" spc="-45" dirty="0">
                <a:solidFill>
                  <a:srgbClr val="494846"/>
                </a:solidFill>
                <a:latin typeface="Times New Roman"/>
                <a:cs typeface="Times New Roman"/>
              </a:rPr>
              <a:t> </a:t>
            </a:r>
            <a:r>
              <a:rPr sz="550" spc="-25" dirty="0">
                <a:solidFill>
                  <a:srgbClr val="5B5B59"/>
                </a:solidFill>
                <a:latin typeface="Times New Roman"/>
                <a:cs typeface="Times New Roman"/>
              </a:rPr>
              <a:t>IC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3533465" y="5310871"/>
            <a:ext cx="13843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solidFill>
                  <a:srgbClr val="A5ACAC"/>
                </a:solidFill>
                <a:latin typeface="Times New Roman"/>
                <a:cs typeface="Times New Roman"/>
              </a:rPr>
              <a:t>'"'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3418974" y="5385684"/>
            <a:ext cx="22860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A5ACAC"/>
                </a:solidFill>
                <a:latin typeface="Arial"/>
                <a:cs typeface="Arial"/>
              </a:rPr>
              <a:t>�</a:t>
            </a:r>
            <a:r>
              <a:rPr sz="500" spc="360" dirty="0">
                <a:solidFill>
                  <a:srgbClr val="A5ACA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909797"/>
                </a:solidFill>
                <a:latin typeface="Arial"/>
                <a:cs typeface="Arial"/>
              </a:rPr>
              <a:t>'"</a:t>
            </a:r>
            <a:endParaRPr sz="13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3458806" y="5515621"/>
            <a:ext cx="19177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55" dirty="0">
                <a:solidFill>
                  <a:srgbClr val="A5ACAC"/>
                </a:solidFill>
                <a:latin typeface="Times New Roman"/>
                <a:cs typeface="Times New Roman"/>
              </a:rPr>
              <a:t>J!</a:t>
            </a:r>
            <a:r>
              <a:rPr sz="750" spc="5" dirty="0">
                <a:solidFill>
                  <a:srgbClr val="A5ACAC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747472"/>
                </a:solidFill>
                <a:latin typeface="Times New Roman"/>
                <a:cs typeface="Times New Roman"/>
              </a:rPr>
              <a:t>4</a:t>
            </a:r>
            <a:r>
              <a:rPr sz="400" spc="-25" dirty="0">
                <a:solidFill>
                  <a:srgbClr val="909797"/>
                </a:solidFill>
                <a:latin typeface="Times New Roman"/>
                <a:cs typeface="Times New Roman"/>
              </a:rPr>
              <a:t>00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3436699" y="5598309"/>
            <a:ext cx="219710" cy="2794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750">
              <a:lnSpc>
                <a:spcPts val="550"/>
              </a:lnSpc>
              <a:spcBef>
                <a:spcPts val="125"/>
              </a:spcBef>
            </a:pPr>
            <a:r>
              <a:rPr sz="500" spc="-50" dirty="0">
                <a:solidFill>
                  <a:srgbClr val="909797"/>
                </a:solidFill>
                <a:latin typeface="Times New Roman"/>
                <a:cs typeface="Times New Roman"/>
              </a:rPr>
              <a:t>;</a:t>
            </a:r>
            <a:endParaRPr sz="500">
              <a:latin typeface="Times New Roman"/>
              <a:cs typeface="Times New Roman"/>
            </a:endParaRPr>
          </a:p>
          <a:p>
            <a:pPr marR="5080" algn="r">
              <a:lnSpc>
                <a:spcPts val="550"/>
              </a:lnSpc>
            </a:pPr>
            <a:r>
              <a:rPr sz="500" dirty="0">
                <a:solidFill>
                  <a:srgbClr val="A5ACAC"/>
                </a:solidFill>
                <a:latin typeface="Arial"/>
                <a:cs typeface="Arial"/>
              </a:rPr>
              <a:t>�</a:t>
            </a:r>
            <a:r>
              <a:rPr sz="500" spc="254" dirty="0">
                <a:solidFill>
                  <a:srgbClr val="A5ACAC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858583"/>
                </a:solidFill>
                <a:latin typeface="Arial"/>
                <a:cs typeface="Arial"/>
              </a:rPr>
              <a:t>,oo</a:t>
            </a:r>
            <a:endParaRPr sz="5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500" spc="-50" dirty="0">
                <a:solidFill>
                  <a:srgbClr val="A5ACAC"/>
                </a:solidFill>
                <a:latin typeface="Arial"/>
                <a:cs typeface="Arial"/>
              </a:rPr>
              <a:t>0</a:t>
            </a:r>
            <a:endParaRPr sz="5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5835433" y="5153372"/>
            <a:ext cx="110489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5B5B59"/>
                </a:solidFill>
                <a:latin typeface="Times New Roman"/>
                <a:cs typeface="Times New Roman"/>
              </a:rPr>
              <a:t>r!/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6198115" y="5299059"/>
            <a:ext cx="220979" cy="3225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40"/>
              </a:spcBef>
            </a:pPr>
            <a:r>
              <a:rPr sz="550" i="1" spc="-25" dirty="0">
                <a:solidFill>
                  <a:srgbClr val="909797"/>
                </a:solidFill>
                <a:latin typeface="Times New Roman"/>
                <a:cs typeface="Times New Roman"/>
              </a:rPr>
              <a:t>t</a:t>
            </a:r>
            <a:r>
              <a:rPr sz="550" i="1" spc="-25" dirty="0">
                <a:solidFill>
                  <a:srgbClr val="747472"/>
                </a:solidFill>
                <a:latin typeface="Times New Roman"/>
                <a:cs typeface="Times New Roman"/>
              </a:rPr>
              <a:t>�</a:t>
            </a:r>
            <a:r>
              <a:rPr sz="550" i="1" spc="-25" dirty="0">
                <a:solidFill>
                  <a:srgbClr val="909797"/>
                </a:solidFill>
                <a:latin typeface="Times New Roman"/>
                <a:cs typeface="Times New Roman"/>
              </a:rPr>
              <a:t>,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400" dirty="0">
                <a:solidFill>
                  <a:srgbClr val="A5ACAC"/>
                </a:solidFill>
                <a:latin typeface="Times New Roman"/>
                <a:cs typeface="Times New Roman"/>
              </a:rPr>
              <a:t>�</a:t>
            </a:r>
            <a:r>
              <a:rPr sz="400" spc="229" dirty="0">
                <a:solidFill>
                  <a:srgbClr val="A5ACAC"/>
                </a:solidFill>
                <a:latin typeface="Times New Roman"/>
                <a:cs typeface="Times New Roman"/>
              </a:rPr>
              <a:t> </a:t>
            </a:r>
            <a:r>
              <a:rPr sz="1950" spc="-157" baseline="2136" dirty="0">
                <a:solidFill>
                  <a:srgbClr val="A5ACAC"/>
                </a:solidFill>
                <a:latin typeface="Times New Roman"/>
                <a:cs typeface="Times New Roman"/>
              </a:rPr>
              <a:t>"</a:t>
            </a:r>
            <a:r>
              <a:rPr sz="400" spc="-105" dirty="0">
                <a:solidFill>
                  <a:srgbClr val="A5ACAC"/>
                </a:solidFill>
                <a:latin typeface="Times New Roman"/>
                <a:cs typeface="Times New Roman"/>
              </a:rPr>
              <a:t>11</a:t>
            </a:r>
            <a:r>
              <a:rPr sz="1950" spc="-157" baseline="2136" dirty="0">
                <a:solidFill>
                  <a:srgbClr val="A5ACAC"/>
                </a:solidFill>
                <a:latin typeface="Times New Roman"/>
                <a:cs typeface="Times New Roman"/>
              </a:rPr>
              <a:t>'</a:t>
            </a:r>
            <a:r>
              <a:rPr sz="400" spc="-105" dirty="0">
                <a:solidFill>
                  <a:srgbClr val="A5ACAC"/>
                </a:solidFill>
                <a:latin typeface="Times New Roman"/>
                <a:cs typeface="Times New Roman"/>
              </a:rPr>
              <a:t>\(l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206314" y="5606184"/>
            <a:ext cx="218440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50" dirty="0">
                <a:solidFill>
                  <a:srgbClr val="A5ACAC"/>
                </a:solidFill>
                <a:latin typeface="Arial"/>
                <a:cs typeface="Arial"/>
              </a:rPr>
              <a:t>�</a:t>
            </a:r>
            <a:r>
              <a:rPr sz="450" spc="220" dirty="0">
                <a:solidFill>
                  <a:srgbClr val="A5ACAC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A5ACAC"/>
                </a:solidFill>
                <a:latin typeface="Arial"/>
                <a:cs typeface="Arial"/>
              </a:rPr>
              <a:t>1:!!I</a:t>
            </a:r>
            <a:endParaRPr sz="4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6168662" y="5594371"/>
            <a:ext cx="2781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spc="50" dirty="0">
                <a:solidFill>
                  <a:srgbClr val="A5ACAC"/>
                </a:solidFill>
                <a:latin typeface="Courier New"/>
                <a:cs typeface="Courier New"/>
              </a:rPr>
              <a:t>j</a:t>
            </a:r>
            <a:r>
              <a:rPr sz="1050" spc="-355" dirty="0">
                <a:solidFill>
                  <a:srgbClr val="A5ACAC"/>
                </a:solidFill>
                <a:latin typeface="Courier New"/>
                <a:cs typeface="Courier New"/>
              </a:rPr>
              <a:t> </a:t>
            </a:r>
            <a:r>
              <a:rPr sz="1950" spc="-97" baseline="-19230" dirty="0">
                <a:solidFill>
                  <a:srgbClr val="909797"/>
                </a:solidFill>
                <a:latin typeface="Times New Roman"/>
                <a:cs typeface="Times New Roman"/>
              </a:rPr>
              <a:t>,</a:t>
            </a:r>
            <a:r>
              <a:rPr sz="450" spc="-65" dirty="0">
                <a:solidFill>
                  <a:srgbClr val="A5ACAC"/>
                </a:solidFill>
                <a:latin typeface="Arial"/>
                <a:cs typeface="Arial"/>
              </a:rPr>
              <a:t>8.</a:t>
            </a:r>
            <a:r>
              <a:rPr sz="1950" spc="-97" baseline="-19230" dirty="0">
                <a:solidFill>
                  <a:srgbClr val="909797"/>
                </a:solidFill>
                <a:latin typeface="Times New Roman"/>
                <a:cs typeface="Times New Roman"/>
              </a:rPr>
              <a:t>,</a:t>
            </a:r>
            <a:r>
              <a:rPr sz="450" spc="-65" dirty="0">
                <a:solidFill>
                  <a:srgbClr val="A5ACAC"/>
                </a:solidFill>
                <a:latin typeface="Arial"/>
                <a:cs typeface="Arial"/>
              </a:rPr>
              <a:t>)</a:t>
            </a:r>
            <a:endParaRPr sz="45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8750001" y="6047183"/>
            <a:ext cx="116839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i="1" spc="-25" dirty="0">
                <a:solidFill>
                  <a:srgbClr val="909797"/>
                </a:solidFill>
                <a:latin typeface="Arial"/>
                <a:cs typeface="Arial"/>
              </a:rPr>
              <a:t>P.</a:t>
            </a:r>
            <a:endParaRPr sz="7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8592789" y="7401679"/>
            <a:ext cx="7937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-50" dirty="0">
                <a:solidFill>
                  <a:srgbClr val="5B5B59"/>
                </a:solidFill>
                <a:latin typeface="Arial"/>
                <a:cs typeface="Arial"/>
              </a:rPr>
              <a:t>3</a:t>
            </a:r>
            <a:endParaRPr sz="7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715860" y="8149802"/>
            <a:ext cx="38735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dirty="0">
                <a:solidFill>
                  <a:srgbClr val="A5ACAC"/>
                </a:solidFill>
                <a:latin typeface="Times New Roman"/>
                <a:cs typeface="Times New Roman"/>
              </a:rPr>
              <a:t>162 </a:t>
            </a:r>
            <a:r>
              <a:rPr sz="500" spc="-10" dirty="0">
                <a:solidFill>
                  <a:srgbClr val="A5ACAC"/>
                </a:solidFill>
                <a:latin typeface="Times New Roman"/>
                <a:cs typeface="Times New Roman"/>
              </a:rPr>
              <a:t>:)230,20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715405" y="8291552"/>
            <a:ext cx="320040" cy="2959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0"/>
              </a:spcBef>
            </a:pPr>
            <a:r>
              <a:rPr sz="700" spc="-10" dirty="0">
                <a:solidFill>
                  <a:srgbClr val="909797"/>
                </a:solidFill>
                <a:latin typeface="Times New Roman"/>
                <a:cs typeface="Times New Roman"/>
              </a:rPr>
              <a:t>ino.n1m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550" spc="-10" dirty="0">
                <a:solidFill>
                  <a:srgbClr val="A5ACAC"/>
                </a:solidFill>
                <a:latin typeface="Times New Roman"/>
                <a:cs typeface="Times New Roman"/>
              </a:rPr>
              <a:t>10</a:t>
            </a:r>
            <a:r>
              <a:rPr sz="550" spc="-10" dirty="0">
                <a:solidFill>
                  <a:srgbClr val="C1C1BF"/>
                </a:solidFill>
                <a:latin typeface="Times New Roman"/>
                <a:cs typeface="Times New Roman"/>
              </a:rPr>
              <a:t>.</a:t>
            </a:r>
            <a:r>
              <a:rPr sz="550" spc="-10" dirty="0">
                <a:solidFill>
                  <a:srgbClr val="909797"/>
                </a:solidFill>
                <a:latin typeface="Times New Roman"/>
                <a:cs typeface="Times New Roman"/>
              </a:rPr>
              <a:t>0</a:t>
            </a:r>
            <a:r>
              <a:rPr sz="550" spc="-10" dirty="0">
                <a:solidFill>
                  <a:srgbClr val="747472"/>
                </a:solidFill>
                <a:latin typeface="Times New Roman"/>
                <a:cs typeface="Times New Roman"/>
              </a:rPr>
              <a:t>.</a:t>
            </a:r>
            <a:r>
              <a:rPr sz="550" spc="-10" dirty="0">
                <a:solidFill>
                  <a:srgbClr val="909797"/>
                </a:solidFill>
                <a:latin typeface="Times New Roman"/>
                <a:cs typeface="Times New Roman"/>
              </a:rPr>
              <a:t>0.101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1823203" y="8153739"/>
            <a:ext cx="3098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A5ACAC"/>
                </a:solidFill>
                <a:latin typeface="Times New Roman"/>
                <a:cs typeface="Times New Roman"/>
              </a:rPr>
              <a:t>IQQ</a:t>
            </a:r>
            <a:r>
              <a:rPr sz="500" spc="-10" dirty="0">
                <a:solidFill>
                  <a:srgbClr val="C1C1BF"/>
                </a:solidFill>
                <a:latin typeface="Times New Roman"/>
                <a:cs typeface="Times New Roman"/>
              </a:rPr>
              <a:t>,</a:t>
            </a:r>
            <a:r>
              <a:rPr sz="500" spc="-10" dirty="0">
                <a:solidFill>
                  <a:srgbClr val="A5ACAC"/>
                </a:solidFill>
                <a:latin typeface="Times New Roman"/>
                <a:cs typeface="Times New Roman"/>
              </a:rPr>
              <a:t>O</a:t>
            </a:r>
            <a:r>
              <a:rPr sz="500" spc="-30" dirty="0">
                <a:solidFill>
                  <a:srgbClr val="A5ACAC"/>
                </a:solidFill>
                <a:latin typeface="Times New Roman"/>
                <a:cs typeface="Times New Roman"/>
              </a:rPr>
              <a:t> </a:t>
            </a:r>
            <a:r>
              <a:rPr sz="500" spc="-25" dirty="0">
                <a:solidFill>
                  <a:srgbClr val="909797"/>
                </a:solidFill>
                <a:latin typeface="Times New Roman"/>
                <a:cs typeface="Times New Roman"/>
              </a:rPr>
              <a:t>11</a:t>
            </a:r>
            <a:r>
              <a:rPr sz="500" spc="-25" dirty="0">
                <a:solidFill>
                  <a:srgbClr val="C1C1BF"/>
                </a:solidFill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0716394" y="8645925"/>
            <a:ext cx="32004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10" dirty="0">
                <a:solidFill>
                  <a:srgbClr val="A5ACAC"/>
                </a:solidFill>
                <a:latin typeface="Arial"/>
                <a:cs typeface="Arial"/>
              </a:rPr>
              <a:t>101.0.193</a:t>
            </a:r>
            <a:endParaRPr sz="5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1817023" y="8480551"/>
            <a:ext cx="27813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10" dirty="0">
                <a:solidFill>
                  <a:srgbClr val="A5ACAC"/>
                </a:solidFill>
                <a:latin typeface="Times New Roman"/>
                <a:cs typeface="Times New Roman"/>
              </a:rPr>
              <a:t>1</a:t>
            </a:r>
            <a:r>
              <a:rPr sz="500" spc="-10" dirty="0">
                <a:solidFill>
                  <a:srgbClr val="858583"/>
                </a:solidFill>
                <a:latin typeface="Times New Roman"/>
                <a:cs typeface="Times New Roman"/>
              </a:rPr>
              <a:t>0</a:t>
            </a:r>
            <a:r>
              <a:rPr sz="500" spc="-10" dirty="0">
                <a:solidFill>
                  <a:srgbClr val="C1C1BF"/>
                </a:solidFill>
                <a:latin typeface="Times New Roman"/>
                <a:cs typeface="Times New Roman"/>
              </a:rPr>
              <a:t>.</a:t>
            </a:r>
            <a:r>
              <a:rPr sz="500" spc="-10" dirty="0">
                <a:solidFill>
                  <a:srgbClr val="909797"/>
                </a:solidFill>
                <a:latin typeface="Times New Roman"/>
                <a:cs typeface="Times New Roman"/>
              </a:rPr>
              <a:t>1,1.49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1816567" y="8641988"/>
            <a:ext cx="25717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40" dirty="0">
                <a:solidFill>
                  <a:srgbClr val="A5ACAC"/>
                </a:solidFill>
                <a:latin typeface="Times New Roman"/>
                <a:cs typeface="Times New Roman"/>
              </a:rPr>
              <a:t>102.05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604813" y="7590679"/>
            <a:ext cx="292100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80" dirty="0">
                <a:solidFill>
                  <a:srgbClr val="A5ACAC"/>
                </a:solidFill>
                <a:latin typeface="Arial"/>
                <a:cs typeface="Arial"/>
              </a:rPr>
              <a:t>_</a:t>
            </a:r>
            <a:r>
              <a:rPr sz="700" spc="330" dirty="0">
                <a:solidFill>
                  <a:srgbClr val="A5ACAC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A5ACAC"/>
                </a:solidFill>
                <a:latin typeface="Arial"/>
                <a:cs typeface="Arial"/>
              </a:rPr>
              <a:t>--</a:t>
            </a:r>
            <a:r>
              <a:rPr sz="700" spc="-50" dirty="0">
                <a:solidFill>
                  <a:srgbClr val="A5ACAC"/>
                </a:solidFill>
                <a:latin typeface="Arial"/>
                <a:cs typeface="Arial"/>
              </a:rPr>
              <a:t>�</a:t>
            </a:r>
            <a:endParaRPr sz="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3339005" y="7590679"/>
            <a:ext cx="464820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-10" dirty="0">
                <a:solidFill>
                  <a:srgbClr val="5B5B59"/>
                </a:solidFill>
                <a:latin typeface="Arial"/>
                <a:cs typeface="Arial"/>
              </a:rPr>
              <a:t>5.632oro</a:t>
            </a:r>
            <a:r>
              <a:rPr sz="700" spc="-10" dirty="0">
                <a:solidFill>
                  <a:srgbClr val="858583"/>
                </a:solidFill>
                <a:latin typeface="Arial"/>
                <a:cs typeface="Arial"/>
              </a:rPr>
              <a:t>,o,</a:t>
            </a:r>
            <a:endParaRPr sz="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6548468" y="7590679"/>
            <a:ext cx="90805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-135" dirty="0">
                <a:solidFill>
                  <a:srgbClr val="A5ACAC"/>
                </a:solidFill>
                <a:latin typeface="Arial"/>
                <a:cs typeface="Arial"/>
              </a:rPr>
              <a:t>�</a:t>
            </a:r>
            <a:endParaRPr sz="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6926881" y="7590679"/>
            <a:ext cx="610870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-10" dirty="0">
                <a:solidFill>
                  <a:srgbClr val="494846"/>
                </a:solidFill>
                <a:latin typeface="Arial"/>
                <a:cs typeface="Arial"/>
              </a:rPr>
              <a:t>2</a:t>
            </a:r>
            <a:r>
              <a:rPr sz="700" spc="-10" dirty="0">
                <a:solidFill>
                  <a:srgbClr val="747472"/>
                </a:solidFill>
                <a:latin typeface="Arial"/>
                <a:cs typeface="Arial"/>
              </a:rPr>
              <a:t>4</a:t>
            </a:r>
            <a:r>
              <a:rPr sz="700" spc="-10" dirty="0">
                <a:solidFill>
                  <a:srgbClr val="242423"/>
                </a:solidFill>
                <a:latin typeface="Arial"/>
                <a:cs typeface="Arial"/>
              </a:rPr>
              <a:t>.</a:t>
            </a:r>
            <a:r>
              <a:rPr sz="700" spc="-10" dirty="0">
                <a:solidFill>
                  <a:srgbClr val="747472"/>
                </a:solidFill>
                <a:latin typeface="Arial"/>
                <a:cs typeface="Arial"/>
              </a:rPr>
              <a:t>4</a:t>
            </a:r>
            <a:r>
              <a:rPr sz="700" spc="-10" dirty="0">
                <a:solidFill>
                  <a:srgbClr val="494846"/>
                </a:solidFill>
                <a:latin typeface="Arial"/>
                <a:cs typeface="Arial"/>
              </a:rPr>
              <a:t>KLog</a:t>
            </a:r>
            <a:r>
              <a:rPr sz="700" spc="-10" dirty="0">
                <a:solidFill>
                  <a:srgbClr val="747472"/>
                </a:solidFill>
                <a:latin typeface="Arial"/>
                <a:cs typeface="Arial"/>
              </a:rPr>
              <a:t>P..,.,,</a:t>
            </a:r>
            <a:endParaRPr sz="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3054502" y="7811178"/>
            <a:ext cx="49784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0" dirty="0">
                <a:solidFill>
                  <a:srgbClr val="494846"/>
                </a:solidFill>
                <a:latin typeface="Arial"/>
                <a:cs typeface="Arial"/>
              </a:rPr>
              <a:t>Des</a:t>
            </a:r>
            <a:r>
              <a:rPr sz="500" spc="20" dirty="0">
                <a:solidFill>
                  <a:srgbClr val="747472"/>
                </a:solidFill>
                <a:latin typeface="Arial"/>
                <a:cs typeface="Arial"/>
              </a:rPr>
              <a:t>ltla</a:t>
            </a:r>
            <a:r>
              <a:rPr sz="500" spc="20" dirty="0">
                <a:solidFill>
                  <a:srgbClr val="494846"/>
                </a:solidFill>
                <a:latin typeface="Arial"/>
                <a:cs typeface="Arial"/>
              </a:rPr>
              <a:t>tlon</a:t>
            </a:r>
            <a:r>
              <a:rPr sz="500" spc="-10" dirty="0">
                <a:solidFill>
                  <a:srgbClr val="494846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343D49"/>
                </a:solidFill>
                <a:latin typeface="Arial"/>
                <a:cs typeface="Arial"/>
              </a:rPr>
              <a:t>Pon</a:t>
            </a:r>
            <a:endParaRPr sz="5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4423394" y="7815115"/>
            <a:ext cx="6096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494846"/>
                </a:solidFill>
                <a:latin typeface="Arial"/>
                <a:cs typeface="Arial"/>
              </a:rPr>
              <a:t>Protocol</a:t>
            </a:r>
            <a:r>
              <a:rPr sz="500" spc="-10" dirty="0">
                <a:solidFill>
                  <a:srgbClr val="5B5B59"/>
                </a:solidFill>
                <a:latin typeface="Arial"/>
                <a:cs typeface="Arial"/>
              </a:rPr>
              <a:t>(Trall&amp;port)</a:t>
            </a:r>
            <a:endParaRPr sz="5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959219" y="7539490"/>
            <a:ext cx="286385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050" spc="-615" baseline="-25720" dirty="0">
                <a:solidFill>
                  <a:srgbClr val="909797"/>
                </a:solidFill>
                <a:latin typeface="Times New Roman"/>
                <a:cs typeface="Times New Roman"/>
              </a:rPr>
              <a:t>.</a:t>
            </a:r>
            <a:r>
              <a:rPr sz="500" spc="-225" dirty="0">
                <a:solidFill>
                  <a:srgbClr val="5B5B59"/>
                </a:solidFill>
                <a:latin typeface="Times New Roman"/>
                <a:cs typeface="Times New Roman"/>
              </a:rPr>
              <a:t>C</a:t>
            </a:r>
            <a:r>
              <a:rPr sz="4050" spc="-517" baseline="-25720" dirty="0">
                <a:solidFill>
                  <a:srgbClr val="909797"/>
                </a:solidFill>
                <a:latin typeface="Times New Roman"/>
                <a:cs typeface="Times New Roman"/>
              </a:rPr>
              <a:t>.</a:t>
            </a:r>
            <a:r>
              <a:rPr sz="500" spc="-165" dirty="0">
                <a:solidFill>
                  <a:srgbClr val="5B5B59"/>
                </a:solidFill>
                <a:latin typeface="Times New Roman"/>
                <a:cs typeface="Times New Roman"/>
              </a:rPr>
              <a:t>o</a:t>
            </a:r>
            <a:r>
              <a:rPr sz="4050" spc="-697" baseline="-25720" dirty="0">
                <a:solidFill>
                  <a:srgbClr val="909797"/>
                </a:solidFill>
                <a:latin typeface="Times New Roman"/>
                <a:cs typeface="Times New Roman"/>
              </a:rPr>
              <a:t>.</a:t>
            </a:r>
            <a:r>
              <a:rPr sz="500" spc="-114" dirty="0">
                <a:solidFill>
                  <a:srgbClr val="5B5B59"/>
                </a:solidFill>
                <a:latin typeface="Times New Roman"/>
                <a:cs typeface="Times New Roman"/>
              </a:rPr>
              <a:t>o</a:t>
            </a:r>
            <a:r>
              <a:rPr sz="4050" spc="-877" baseline="-25720" dirty="0">
                <a:solidFill>
                  <a:srgbClr val="909797"/>
                </a:solidFill>
                <a:latin typeface="Times New Roman"/>
                <a:cs typeface="Times New Roman"/>
              </a:rPr>
              <a:t>.</a:t>
            </a:r>
            <a:r>
              <a:rPr sz="500" spc="-50" dirty="0">
                <a:solidFill>
                  <a:srgbClr val="5B5B59"/>
                </a:solidFill>
                <a:latin typeface="Times New Roman"/>
                <a:cs typeface="Times New Roman"/>
              </a:rPr>
              <a:t>nt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6567904" y="7791490"/>
            <a:ext cx="2393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80" dirty="0">
                <a:solidFill>
                  <a:srgbClr val="5B5B59"/>
                </a:solidFill>
                <a:latin typeface="Arial"/>
                <a:cs typeface="Arial"/>
              </a:rPr>
              <a:t>"""'</a:t>
            </a:r>
            <a:r>
              <a:rPr sz="1300" spc="-80" dirty="0">
                <a:solidFill>
                  <a:srgbClr val="343D49"/>
                </a:solidFill>
                <a:latin typeface="Arial"/>
                <a:cs typeface="Arial"/>
              </a:rPr>
              <a:t>"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7366839" y="7811178"/>
            <a:ext cx="438784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10" dirty="0">
                <a:solidFill>
                  <a:srgbClr val="494846"/>
                </a:solidFill>
                <a:latin typeface="Arial"/>
                <a:cs typeface="Arial"/>
              </a:rPr>
              <a:t>ScopeReglOfl</a:t>
            </a:r>
            <a:endParaRPr sz="5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3026380" y="7669428"/>
            <a:ext cx="139065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-320" dirty="0">
                <a:solidFill>
                  <a:srgbClr val="909797"/>
                </a:solidFill>
                <a:latin typeface="Times New Roman"/>
                <a:cs typeface="Times New Roman"/>
              </a:rPr>
              <a:t>..</a:t>
            </a:r>
            <a:r>
              <a:rPr sz="1450" spc="-320" dirty="0">
                <a:solidFill>
                  <a:srgbClr val="909797"/>
                </a:solidFill>
                <a:latin typeface="Times New Roman"/>
                <a:cs typeface="Times New Roman"/>
              </a:rPr>
              <a:t>,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4419702" y="7984428"/>
            <a:ext cx="13017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20" dirty="0">
                <a:solidFill>
                  <a:srgbClr val="A5ACAC"/>
                </a:solidFill>
                <a:latin typeface="Times New Roman"/>
                <a:cs typeface="Times New Roman"/>
              </a:rPr>
              <a:t>t::p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6563170" y="7988365"/>
            <a:ext cx="2235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747472"/>
                </a:solidFill>
                <a:latin typeface="Times New Roman"/>
                <a:cs typeface="Times New Roman"/>
              </a:rPr>
              <a:t>.:tta:q:,</a:t>
            </a:r>
            <a:r>
              <a:rPr sz="500" spc="-10" dirty="0">
                <a:solidFill>
                  <a:srgbClr val="494846"/>
                </a:solidFill>
                <a:latin typeface="Times New Roman"/>
                <a:cs typeface="Times New Roman"/>
              </a:rPr>
              <a:t>I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7369532" y="7988365"/>
            <a:ext cx="6432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858583"/>
                </a:solidFill>
                <a:latin typeface="Times New Roman"/>
                <a:cs typeface="Times New Roman"/>
              </a:rPr>
              <a:t>US</a:t>
            </a:r>
            <a:r>
              <a:rPr sz="500" spc="20" dirty="0">
                <a:solidFill>
                  <a:srgbClr val="858583"/>
                </a:solidFill>
                <a:latin typeface="Times New Roman"/>
                <a:cs typeface="Times New Roman"/>
              </a:rPr>
              <a:t> </a:t>
            </a:r>
            <a:r>
              <a:rPr sz="500" spc="-10" dirty="0">
                <a:solidFill>
                  <a:srgbClr val="5B5B59"/>
                </a:solidFill>
                <a:latin typeface="Times New Roman"/>
                <a:cs typeface="Times New Roman"/>
              </a:rPr>
              <a:t>Mi'.l':IH</a:t>
            </a:r>
            <a:r>
              <a:rPr sz="500" spc="-10" dirty="0">
                <a:solidFill>
                  <a:srgbClr val="343D49"/>
                </a:solidFill>
                <a:latin typeface="Times New Roman"/>
                <a:cs typeface="Times New Roman"/>
              </a:rPr>
              <a:t>I</a:t>
            </a:r>
            <a:r>
              <a:rPr sz="500" spc="-45" dirty="0">
                <a:solidFill>
                  <a:srgbClr val="343D49"/>
                </a:solidFill>
                <a:latin typeface="Times New Roman"/>
                <a:cs typeface="Times New Roman"/>
              </a:rPr>
              <a:t> </a:t>
            </a:r>
            <a:r>
              <a:rPr sz="500" spc="60" dirty="0">
                <a:solidFill>
                  <a:srgbClr val="858583"/>
                </a:solidFill>
                <a:latin typeface="Times New Roman"/>
                <a:cs typeface="Times New Roman"/>
              </a:rPr>
              <a:t>,:Chit�j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8921561" y="8437238"/>
            <a:ext cx="10604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i="1" spc="85" dirty="0">
                <a:solidFill>
                  <a:srgbClr val="5B5B59"/>
                </a:solidFill>
                <a:latin typeface="Arial"/>
                <a:cs typeface="Arial"/>
              </a:rPr>
              <a:t>�</a:t>
            </a:r>
            <a:endParaRPr sz="6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3039619" y="7954564"/>
            <a:ext cx="127000" cy="890269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050" spc="-140" dirty="0">
                <a:solidFill>
                  <a:srgbClr val="909797"/>
                </a:solidFill>
                <a:latin typeface="Arial"/>
                <a:cs typeface="Arial"/>
              </a:rPr>
              <a:t>....</a:t>
            </a:r>
            <a:r>
              <a:rPr sz="1450" spc="-140" dirty="0">
                <a:solidFill>
                  <a:srgbClr val="909797"/>
                </a:solidFill>
                <a:latin typeface="Times New Roman"/>
                <a:cs typeface="Times New Roman"/>
              </a:rPr>
              <a:t>,</a:t>
            </a:r>
            <a:endParaRPr sz="145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420"/>
              </a:spcBef>
            </a:pPr>
            <a:r>
              <a:rPr sz="1150" spc="-25" dirty="0">
                <a:solidFill>
                  <a:srgbClr val="909797"/>
                </a:solidFill>
                <a:latin typeface="Times New Roman"/>
                <a:cs typeface="Times New Roman"/>
              </a:rPr>
              <a:t>"'</a:t>
            </a:r>
            <a:endParaRPr sz="115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150"/>
              </a:spcBef>
            </a:pPr>
            <a:r>
              <a:rPr sz="550" spc="-25" dirty="0">
                <a:solidFill>
                  <a:srgbClr val="909797"/>
                </a:solidFill>
                <a:latin typeface="Times New Roman"/>
                <a:cs typeface="Times New Roman"/>
              </a:rPr>
              <a:t>22</a:t>
            </a:r>
            <a:endParaRPr sz="5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285"/>
              </a:spcBef>
            </a:pPr>
            <a:r>
              <a:rPr sz="1400" spc="-25" dirty="0">
                <a:solidFill>
                  <a:srgbClr val="909797"/>
                </a:solidFill>
                <a:latin typeface="Times New Roman"/>
                <a:cs typeface="Times New Roman"/>
              </a:rPr>
              <a:t>"'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4416758" y="8141927"/>
            <a:ext cx="7683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65" dirty="0">
                <a:solidFill>
                  <a:srgbClr val="A5ACAC"/>
                </a:solidFill>
                <a:latin typeface="Times New Roman"/>
                <a:cs typeface="Times New Roman"/>
              </a:rPr>
              <a:t>,op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6015286" y="8145864"/>
            <a:ext cx="17843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80" dirty="0">
                <a:solidFill>
                  <a:srgbClr val="A5ACAC"/>
                </a:solidFill>
                <a:latin typeface="Times New Roman"/>
                <a:cs typeface="Times New Roman"/>
              </a:rPr>
              <a:t>I</a:t>
            </a:r>
            <a:r>
              <a:rPr sz="550" spc="10" dirty="0">
                <a:solidFill>
                  <a:srgbClr val="A5ACAC"/>
                </a:solidFill>
                <a:latin typeface="Times New Roman"/>
                <a:cs typeface="Times New Roman"/>
              </a:rPr>
              <a:t> </a:t>
            </a:r>
            <a:r>
              <a:rPr sz="450" spc="-40" dirty="0">
                <a:solidFill>
                  <a:srgbClr val="909797"/>
                </a:solidFill>
                <a:latin typeface="Times New Roman"/>
                <a:cs typeface="Times New Roman"/>
              </a:rPr>
              <a:t>AS,4;!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6565227" y="8157677"/>
            <a:ext cx="22352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30" dirty="0">
                <a:solidFill>
                  <a:srgbClr val="747472"/>
                </a:solidFill>
                <a:latin typeface="Arial"/>
                <a:cs typeface="Arial"/>
              </a:rPr>
              <a:t>acCG</a:t>
            </a:r>
            <a:r>
              <a:rPr sz="500" spc="-30" dirty="0">
                <a:solidFill>
                  <a:srgbClr val="494846"/>
                </a:solidFill>
                <a:latin typeface="Arial"/>
                <a:cs typeface="Arial"/>
              </a:rPr>
              <a:t>PI</a:t>
            </a:r>
            <a:endParaRPr sz="5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7369532" y="8153739"/>
            <a:ext cx="6350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solidFill>
                  <a:srgbClr val="858583"/>
                </a:solidFill>
                <a:latin typeface="Times New Roman"/>
                <a:cs typeface="Times New Roman"/>
              </a:rPr>
              <a:t>US</a:t>
            </a:r>
            <a:r>
              <a:rPr sz="500" spc="20" dirty="0">
                <a:solidFill>
                  <a:srgbClr val="858583"/>
                </a:solidFill>
                <a:latin typeface="Times New Roman"/>
                <a:cs typeface="Times New Roman"/>
              </a:rPr>
              <a:t> </a:t>
            </a:r>
            <a:r>
              <a:rPr sz="500" spc="-35" dirty="0">
                <a:solidFill>
                  <a:srgbClr val="747472"/>
                </a:solidFill>
                <a:latin typeface="Times New Roman"/>
                <a:cs typeface="Times New Roman"/>
              </a:rPr>
              <a:t>r,11.::l\'IGSI+;ctlC80Qt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4416216" y="8319113"/>
            <a:ext cx="1187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solidFill>
                  <a:srgbClr val="A5ACAC"/>
                </a:solidFill>
                <a:latin typeface="Arial"/>
                <a:cs typeface="Arial"/>
              </a:rPr>
              <a:t>i</a:t>
            </a:r>
            <a:r>
              <a:rPr sz="500" spc="-20" dirty="0">
                <a:solidFill>
                  <a:srgbClr val="858583"/>
                </a:solidFill>
                <a:latin typeface="Arial"/>
                <a:cs typeface="Arial"/>
              </a:rPr>
              <a:t>::p</a:t>
            </a:r>
            <a:endParaRPr sz="5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6012396" y="8323051"/>
            <a:ext cx="18605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50" spc="70" dirty="0">
                <a:solidFill>
                  <a:srgbClr val="A5ACAC"/>
                </a:solidFill>
                <a:latin typeface="Arial"/>
                <a:cs typeface="Arial"/>
              </a:rPr>
              <a:t>UP!!</a:t>
            </a:r>
            <a:endParaRPr sz="45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6566562" y="8330927"/>
            <a:ext cx="2197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" spc="-10" dirty="0">
                <a:solidFill>
                  <a:srgbClr val="747472"/>
                </a:solidFill>
                <a:latin typeface="Times New Roman"/>
                <a:cs typeface="Times New Roman"/>
              </a:rPr>
              <a:t>Jl?:1:t;fTI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7357698" y="8326989"/>
            <a:ext cx="648970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65" dirty="0">
                <a:solidFill>
                  <a:srgbClr val="858583"/>
                </a:solidFill>
                <a:latin typeface="Arial"/>
                <a:cs typeface="Arial"/>
              </a:rPr>
              <a:t>U</a:t>
            </a:r>
            <a:r>
              <a:rPr sz="400" spc="65" dirty="0">
                <a:solidFill>
                  <a:srgbClr val="5B5B59"/>
                </a:solidFill>
                <a:latin typeface="Arial"/>
                <a:cs typeface="Arial"/>
              </a:rPr>
              <a:t>S</a:t>
            </a:r>
            <a:r>
              <a:rPr sz="400" spc="30" dirty="0">
                <a:solidFill>
                  <a:srgbClr val="5B5B59"/>
                </a:solidFill>
                <a:latin typeface="Arial"/>
                <a:cs typeface="Arial"/>
              </a:rPr>
              <a:t> </a:t>
            </a:r>
            <a:r>
              <a:rPr sz="400" spc="20" dirty="0">
                <a:solidFill>
                  <a:srgbClr val="5B5B59"/>
                </a:solidFill>
                <a:latin typeface="Arial"/>
                <a:cs typeface="Arial"/>
              </a:rPr>
              <a:t>M•1\'</a:t>
            </a:r>
            <a:r>
              <a:rPr sz="400" spc="20" dirty="0">
                <a:solidFill>
                  <a:srgbClr val="858583"/>
                </a:solidFill>
                <a:latin typeface="Arial"/>
                <a:cs typeface="Arial"/>
              </a:rPr>
              <a:t>lll�</a:t>
            </a:r>
            <a:r>
              <a:rPr sz="400" spc="20" dirty="0">
                <a:solidFill>
                  <a:srgbClr val="494846"/>
                </a:solidFill>
                <a:latin typeface="Arial"/>
                <a:cs typeface="Arial"/>
              </a:rPr>
              <a:t>I</a:t>
            </a:r>
            <a:r>
              <a:rPr sz="400" spc="15" dirty="0">
                <a:solidFill>
                  <a:srgbClr val="494846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58583"/>
                </a:solidFill>
                <a:latin typeface="Arial"/>
                <a:cs typeface="Arial"/>
              </a:rPr>
              <a:t>i(:rAr.ill)Clj</a:t>
            </a:r>
            <a:endParaRPr sz="40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4419702" y="8480551"/>
            <a:ext cx="11493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25" dirty="0">
                <a:solidFill>
                  <a:srgbClr val="909797"/>
                </a:solidFill>
                <a:latin typeface="Times New Roman"/>
                <a:cs typeface="Times New Roman"/>
              </a:rPr>
              <a:t>tep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6009301" y="8488426"/>
            <a:ext cx="18542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10" dirty="0">
                <a:solidFill>
                  <a:srgbClr val="A5ACAC"/>
                </a:solidFill>
                <a:latin typeface="Times New Roman"/>
                <a:cs typeface="Times New Roman"/>
              </a:rPr>
              <a:t>1</a:t>
            </a:r>
            <a:r>
              <a:rPr sz="500" spc="-10" dirty="0">
                <a:solidFill>
                  <a:srgbClr val="C1C1BF"/>
                </a:solidFill>
                <a:latin typeface="Times New Roman"/>
                <a:cs typeface="Times New Roman"/>
              </a:rPr>
              <a:t>.</a:t>
            </a:r>
            <a:r>
              <a:rPr sz="500" spc="-10" dirty="0">
                <a:solidFill>
                  <a:srgbClr val="909797"/>
                </a:solidFill>
                <a:latin typeface="Times New Roman"/>
                <a:cs typeface="Times New Roman"/>
              </a:rPr>
              <a:t>617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6565297" y="8480551"/>
            <a:ext cx="22352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10" dirty="0">
                <a:solidFill>
                  <a:srgbClr val="747472"/>
                </a:solidFill>
                <a:latin typeface="Times New Roman"/>
                <a:cs typeface="Times New Roman"/>
              </a:rPr>
              <a:t>aecepi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7364874" y="8468738"/>
            <a:ext cx="63944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55" dirty="0">
                <a:solidFill>
                  <a:srgbClr val="747472"/>
                </a:solidFill>
                <a:latin typeface="Arial"/>
                <a:cs typeface="Arial"/>
              </a:rPr>
              <a:t>usMl:lwee-</a:t>
            </a:r>
            <a:r>
              <a:rPr sz="600" spc="-75" dirty="0">
                <a:solidFill>
                  <a:srgbClr val="747472"/>
                </a:solidFill>
                <a:latin typeface="Arial"/>
                <a:cs typeface="Arial"/>
              </a:rPr>
              <a:t>1,:cr.1cagc1</a:t>
            </a:r>
            <a:endParaRPr sz="6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4417073" y="8661675"/>
            <a:ext cx="130810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50" spc="-25" dirty="0">
                <a:solidFill>
                  <a:srgbClr val="909797"/>
                </a:solidFill>
                <a:latin typeface="Arial"/>
                <a:cs typeface="Arial"/>
              </a:rPr>
              <a:t>&lt;OP</a:t>
            </a:r>
            <a:endParaRPr sz="4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6006419" y="8653801"/>
            <a:ext cx="11239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50" spc="-25" dirty="0">
                <a:solidFill>
                  <a:srgbClr val="909797"/>
                </a:solidFill>
                <a:latin typeface="Arial"/>
                <a:cs typeface="Arial"/>
              </a:rPr>
              <a:t>703</a:t>
            </a:r>
            <a:endParaRPr sz="45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6573158" y="8645925"/>
            <a:ext cx="20447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10" dirty="0">
                <a:solidFill>
                  <a:srgbClr val="747472"/>
                </a:solidFill>
                <a:latin typeface="Times New Roman"/>
                <a:cs typeface="Times New Roman"/>
              </a:rPr>
              <a:t>aec,;</a:t>
            </a:r>
            <a:r>
              <a:rPr sz="500" spc="-10" dirty="0">
                <a:solidFill>
                  <a:srgbClr val="494846"/>
                </a:solidFill>
                <a:latin typeface="Times New Roman"/>
                <a:cs typeface="Times New Roman"/>
              </a:rPr>
              <a:t>pi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7369532" y="8649863"/>
            <a:ext cx="6286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858583"/>
                </a:solidFill>
                <a:latin typeface="Times New Roman"/>
                <a:cs typeface="Times New Roman"/>
              </a:rPr>
              <a:t>U</a:t>
            </a:r>
            <a:r>
              <a:rPr sz="500" spc="-10" dirty="0">
                <a:solidFill>
                  <a:srgbClr val="5B5B59"/>
                </a:solidFill>
                <a:latin typeface="Times New Roman"/>
                <a:cs typeface="Times New Roman"/>
              </a:rPr>
              <a:t>S </a:t>
            </a:r>
            <a:r>
              <a:rPr sz="500" spc="-40" dirty="0">
                <a:solidFill>
                  <a:srgbClr val="747472"/>
                </a:solidFill>
                <a:latin typeface="Times New Roman"/>
                <a:cs typeface="Times New Roman"/>
              </a:rPr>
              <a:t>Ml�WG$l(Ct</a:t>
            </a:r>
            <a:r>
              <a:rPr sz="500" spc="-40" dirty="0">
                <a:solidFill>
                  <a:srgbClr val="C1C1BF"/>
                </a:solidFill>
                <a:latin typeface="Times New Roman"/>
                <a:cs typeface="Times New Roman"/>
              </a:rPr>
              <a:t>,</a:t>
            </a:r>
            <a:r>
              <a:rPr sz="500" spc="-40" dirty="0">
                <a:solidFill>
                  <a:srgbClr val="5B5B59"/>
                </a:solidFill>
                <a:latin typeface="Times New Roman"/>
                <a:cs typeface="Times New Roman"/>
              </a:rPr>
              <a:t>lCeQC</a:t>
            </a:r>
            <a:r>
              <a:rPr sz="500" spc="-40" dirty="0">
                <a:solidFill>
                  <a:srgbClr val="858583"/>
                </a:solidFill>
                <a:latin typeface="Times New Roman"/>
                <a:cs typeface="Times New Roman"/>
              </a:rPr>
              <a:t>I</a:t>
            </a:r>
            <a:endParaRPr sz="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6474" y="1858581"/>
            <a:ext cx="361810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1208" y="1842831"/>
            <a:ext cx="770812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4944" y="1827085"/>
            <a:ext cx="566311" cy="598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9909" y="1858581"/>
            <a:ext cx="377540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93413" y="1858581"/>
            <a:ext cx="1211276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67613" y="1858581"/>
            <a:ext cx="865198" cy="566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37312" y="1827085"/>
            <a:ext cx="566311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27242" y="1842831"/>
            <a:ext cx="534849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40746" y="1827085"/>
            <a:ext cx="1069699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73369" y="1858581"/>
            <a:ext cx="770812" cy="56699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5" name="object 15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  <a:tabLst>
                <a:tab pos="817880" algn="l"/>
              </a:tabLst>
            </a:pPr>
            <a:r>
              <a:rPr sz="1900" b="1" spc="-25" dirty="0">
                <a:solidFill>
                  <a:srgbClr val="979997"/>
                </a:solidFill>
                <a:latin typeface="Times New Roman"/>
                <a:cs typeface="Times New Roman"/>
              </a:rPr>
              <a:t>600</a:t>
            </a:r>
            <a:r>
              <a:rPr sz="1900" b="1" dirty="0">
                <a:solidFill>
                  <a:srgbClr val="979997"/>
                </a:solidFill>
                <a:latin typeface="Times New Roman"/>
                <a:cs typeface="Times New Roman"/>
              </a:rPr>
              <a:t>	</a:t>
            </a:r>
            <a:r>
              <a:rPr sz="1050" b="1" dirty="0">
                <a:solidFill>
                  <a:srgbClr val="979997"/>
                </a:solidFill>
                <a:latin typeface="Arial"/>
                <a:cs typeface="Arial"/>
              </a:rPr>
              <a:t>X</a:t>
            </a:r>
            <a:r>
              <a:rPr sz="1050" b="1" spc="430" dirty="0">
                <a:solidFill>
                  <a:srgbClr val="979997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979997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79997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79997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79997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23523" y="1779738"/>
            <a:ext cx="236220" cy="673735"/>
          </a:xfrm>
          <a:prstGeom prst="rect">
            <a:avLst/>
          </a:prstGeom>
          <a:solidFill>
            <a:srgbClr val="033162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220" dirty="0">
                <a:solidFill>
                  <a:srgbClr val="FBFDFB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5731" y="5058873"/>
            <a:ext cx="584835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85" dirty="0">
                <a:solidFill>
                  <a:srgbClr val="70A164"/>
                </a:solidFill>
                <a:latin typeface="Arial"/>
                <a:cs typeface="Arial"/>
              </a:rPr>
              <a:t>�</a:t>
            </a:r>
            <a:r>
              <a:rPr sz="1900" spc="-85" dirty="0">
                <a:solidFill>
                  <a:srgbClr val="979997"/>
                </a:solidFill>
                <a:latin typeface="Arial"/>
                <a:cs typeface="Arial"/>
              </a:rPr>
              <a:t>�</a:t>
            </a:r>
            <a:r>
              <a:rPr sz="1900" spc="-85" dirty="0">
                <a:solidFill>
                  <a:srgbClr val="130F15"/>
                </a:solidFill>
                <a:latin typeface="Arial"/>
                <a:cs typeface="Arial"/>
              </a:rPr>
              <a:t>Cloud</a:t>
            </a:r>
            <a:r>
              <a:rPr sz="1900" dirty="0">
                <a:solidFill>
                  <a:srgbClr val="130F15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000100"/>
                </a:solidFill>
                <a:latin typeface="Arial"/>
                <a:cs typeface="Arial"/>
              </a:rPr>
              <a:t>lo</a:t>
            </a:r>
            <a:r>
              <a:rPr sz="1900" spc="-290" dirty="0">
                <a:solidFill>
                  <a:srgbClr val="000100"/>
                </a:solidFill>
                <a:latin typeface="Arial"/>
                <a:cs typeface="Arial"/>
              </a:rPr>
              <a:t> </a:t>
            </a:r>
            <a:r>
              <a:rPr sz="1900" spc="-90" dirty="0">
                <a:solidFill>
                  <a:srgbClr val="130F15"/>
                </a:solidFill>
                <a:latin typeface="Arial"/>
                <a:cs typeface="Arial"/>
              </a:rPr>
              <a:t>T</a:t>
            </a:r>
            <a:r>
              <a:rPr sz="1900" spc="-105" dirty="0">
                <a:solidFill>
                  <a:srgbClr val="130F15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130F15"/>
                </a:solidFill>
                <a:latin typeface="Arial"/>
                <a:cs typeface="Arial"/>
              </a:rPr>
              <a:t>Device</a:t>
            </a:r>
            <a:r>
              <a:rPr sz="1900" spc="-190" dirty="0">
                <a:solidFill>
                  <a:srgbClr val="130F15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130F15"/>
                </a:solidFill>
                <a:latin typeface="Arial"/>
                <a:cs typeface="Arial"/>
              </a:rPr>
              <a:t>Management</a:t>
            </a:r>
            <a:r>
              <a:rPr sz="1900" spc="45" dirty="0">
                <a:solidFill>
                  <a:srgbClr val="130F15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130F15"/>
                </a:solidFill>
                <a:latin typeface="Arial"/>
                <a:cs typeface="Arial"/>
              </a:rPr>
              <a:t>Console</a:t>
            </a:r>
            <a:r>
              <a:rPr sz="1900" spc="-195" dirty="0">
                <a:solidFill>
                  <a:srgbClr val="130F15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130F15"/>
                </a:solidFill>
                <a:latin typeface="Arial"/>
                <a:cs typeface="Arial"/>
              </a:rPr>
              <a:t>Screenshot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85973" y="1836153"/>
            <a:ext cx="307340" cy="774065"/>
          </a:xfrm>
          <a:prstGeom prst="rect">
            <a:avLst/>
          </a:prstGeom>
          <a:solidFill>
            <a:srgbClr val="033162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4450" spc="-50" dirty="0">
                <a:solidFill>
                  <a:srgbClr val="FBFDF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29573" y="4905310"/>
            <a:ext cx="5740400" cy="692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85" dirty="0">
                <a:solidFill>
                  <a:srgbClr val="A82A2D"/>
                </a:solidFill>
                <a:latin typeface="Arial"/>
                <a:cs typeface="Arial"/>
              </a:rPr>
              <a:t>Global</a:t>
            </a:r>
            <a:r>
              <a:rPr sz="4350" b="1" spc="-310" dirty="0">
                <a:solidFill>
                  <a:srgbClr val="A82A2D"/>
                </a:solidFill>
                <a:latin typeface="Arial"/>
                <a:cs typeface="Arial"/>
              </a:rPr>
              <a:t> </a:t>
            </a:r>
            <a:r>
              <a:rPr sz="4350" b="1" spc="110" dirty="0">
                <a:solidFill>
                  <a:srgbClr val="A82A2D"/>
                </a:solidFill>
                <a:latin typeface="Arial"/>
                <a:cs typeface="Arial"/>
              </a:rPr>
              <a:t>Device</a:t>
            </a:r>
            <a:r>
              <a:rPr sz="4350" b="1" spc="-370" dirty="0">
                <a:solidFill>
                  <a:srgbClr val="A82A2D"/>
                </a:solidFill>
                <a:latin typeface="Arial"/>
                <a:cs typeface="Arial"/>
              </a:rPr>
              <a:t> </a:t>
            </a:r>
            <a:r>
              <a:rPr sz="4350" b="1" spc="160" dirty="0">
                <a:solidFill>
                  <a:srgbClr val="A82A2D"/>
                </a:solidFill>
                <a:latin typeface="Arial"/>
                <a:cs typeface="Arial"/>
              </a:rPr>
              <a:t>Health</a:t>
            </a:r>
            <a:endParaRPr sz="43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38918" y="5951895"/>
            <a:ext cx="8217534" cy="1868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" marR="5080" indent="-3810">
              <a:lnSpc>
                <a:spcPct val="126000"/>
              </a:lnSpc>
              <a:spcBef>
                <a:spcPts val="90"/>
              </a:spcBef>
            </a:pPr>
            <a:r>
              <a:rPr sz="3200" spc="70" dirty="0">
                <a:solidFill>
                  <a:srgbClr val="333D4D"/>
                </a:solidFill>
                <a:latin typeface="Arial"/>
                <a:cs typeface="Arial"/>
              </a:rPr>
              <a:t>Tracking</a:t>
            </a:r>
            <a:r>
              <a:rPr sz="3200" spc="-229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80" dirty="0">
                <a:solidFill>
                  <a:srgbClr val="333D4D"/>
                </a:solidFill>
                <a:latin typeface="Arial"/>
                <a:cs typeface="Arial"/>
              </a:rPr>
              <a:t>battery</a:t>
            </a:r>
            <a:r>
              <a:rPr sz="3200" spc="-9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levels,</a:t>
            </a:r>
            <a:r>
              <a:rPr sz="3200" spc="-25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signal</a:t>
            </a:r>
            <a:r>
              <a:rPr sz="3200" spc="-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05" dirty="0">
                <a:solidFill>
                  <a:srgbClr val="333D4D"/>
                </a:solidFill>
                <a:latin typeface="Arial"/>
                <a:cs typeface="Arial"/>
              </a:rPr>
              <a:t>strength,</a:t>
            </a:r>
            <a:r>
              <a:rPr sz="3200" spc="-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40" dirty="0">
                <a:solidFill>
                  <a:srgbClr val="333D4D"/>
                </a:solidFill>
                <a:latin typeface="Arial"/>
                <a:cs typeface="Arial"/>
              </a:rPr>
              <a:t>and </a:t>
            </a:r>
            <a:r>
              <a:rPr sz="3200" spc="145" dirty="0">
                <a:solidFill>
                  <a:srgbClr val="333D4D"/>
                </a:solidFill>
                <a:latin typeface="Arial"/>
                <a:cs typeface="Arial"/>
              </a:rPr>
              <a:t>firmware</a:t>
            </a:r>
            <a:r>
              <a:rPr sz="3200" spc="-10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70" dirty="0">
                <a:solidFill>
                  <a:srgbClr val="333D4D"/>
                </a:solidFill>
                <a:latin typeface="Arial"/>
                <a:cs typeface="Arial"/>
              </a:rPr>
              <a:t>versions</a:t>
            </a:r>
            <a:r>
              <a:rPr sz="3200" spc="-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across</a:t>
            </a:r>
            <a:r>
              <a:rPr sz="3200" spc="-8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the</a:t>
            </a:r>
            <a:r>
              <a:rPr sz="3200" spc="2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55" dirty="0">
                <a:solidFill>
                  <a:srgbClr val="333D4D"/>
                </a:solidFill>
                <a:latin typeface="Arial"/>
                <a:cs typeface="Arial"/>
              </a:rPr>
              <a:t>entire </a:t>
            </a:r>
            <a:r>
              <a:rPr sz="3200" spc="125" dirty="0">
                <a:solidFill>
                  <a:srgbClr val="333D4D"/>
                </a:solidFill>
                <a:latin typeface="Arial"/>
                <a:cs typeface="Arial"/>
              </a:rPr>
              <a:t>deployment</a:t>
            </a:r>
            <a:r>
              <a:rPr sz="3200" spc="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60" dirty="0">
                <a:solidFill>
                  <a:srgbClr val="333D4D"/>
                </a:solidFill>
                <a:latin typeface="Arial"/>
                <a:cs typeface="Arial"/>
              </a:rPr>
              <a:t>globe.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970" y="1827085"/>
            <a:ext cx="582042" cy="598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7936" y="1842831"/>
            <a:ext cx="2689978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0838" y="1842831"/>
            <a:ext cx="566311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31651" y="1842831"/>
            <a:ext cx="1368585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78891" y="1842831"/>
            <a:ext cx="1148353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05899" y="1842831"/>
            <a:ext cx="534849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03673" y="1827085"/>
            <a:ext cx="582042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21675" y="1858581"/>
            <a:ext cx="361810" cy="5669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62143" y="1842831"/>
            <a:ext cx="534849" cy="5827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59910" y="1827085"/>
            <a:ext cx="582042" cy="5984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04882" y="1858581"/>
            <a:ext cx="157308" cy="5669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640846" y="1842831"/>
            <a:ext cx="534849" cy="58274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254344" y="1858581"/>
            <a:ext cx="377540" cy="56699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08224" y="4740824"/>
            <a:ext cx="8620520" cy="382723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9" name="object 19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6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27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4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4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456371" y="637076"/>
            <a:ext cx="7962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1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950" b="1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950" b="1" spc="6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926558" y="4594249"/>
            <a:ext cx="485267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1" spc="60" dirty="0">
                <a:solidFill>
                  <a:srgbClr val="AA2A2D"/>
                </a:solidFill>
                <a:latin typeface="Arial"/>
                <a:cs typeface="Arial"/>
              </a:rPr>
              <a:t>Triggering</a:t>
            </a:r>
            <a:r>
              <a:rPr b="1" spc="-2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AA2A2D"/>
                </a:solidFill>
                <a:latin typeface="Arial"/>
                <a:cs typeface="Arial"/>
              </a:rPr>
              <a:t>Action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3970" marR="5080" indent="-1905">
              <a:lnSpc>
                <a:spcPct val="127000"/>
              </a:lnSpc>
              <a:spcBef>
                <a:spcPts val="185"/>
              </a:spcBef>
            </a:pPr>
            <a:r>
              <a:rPr spc="125" dirty="0"/>
              <a:t>Configuring</a:t>
            </a:r>
            <a:r>
              <a:rPr spc="-204" dirty="0"/>
              <a:t> </a:t>
            </a:r>
            <a:r>
              <a:rPr spc="145" dirty="0"/>
              <a:t>notification</a:t>
            </a:r>
            <a:r>
              <a:rPr spc="-30" dirty="0"/>
              <a:t> </a:t>
            </a:r>
            <a:r>
              <a:rPr spc="50" dirty="0"/>
              <a:t>channels </a:t>
            </a:r>
            <a:r>
              <a:rPr spc="10" dirty="0"/>
              <a:t>(Slack/Email/SMS)</a:t>
            </a:r>
            <a:r>
              <a:rPr spc="-114" dirty="0"/>
              <a:t> </a:t>
            </a:r>
            <a:r>
              <a:rPr spc="10" dirty="0"/>
              <a:t>based</a:t>
            </a:r>
            <a:r>
              <a:rPr spc="60" dirty="0"/>
              <a:t> </a:t>
            </a:r>
            <a:r>
              <a:rPr spc="10" dirty="0"/>
              <a:t>on</a:t>
            </a:r>
            <a:r>
              <a:rPr spc="265" dirty="0"/>
              <a:t> </a:t>
            </a:r>
            <a:r>
              <a:rPr spc="10" dirty="0"/>
              <a:t>TSDB</a:t>
            </a:r>
            <a:r>
              <a:rPr spc="-50" dirty="0"/>
              <a:t> </a:t>
            </a:r>
            <a:r>
              <a:rPr spc="70" dirty="0"/>
              <a:t>queries. </a:t>
            </a:r>
            <a:r>
              <a:rPr dirty="0"/>
              <a:t>Ensures</a:t>
            </a:r>
            <a:r>
              <a:rPr spc="-105" dirty="0"/>
              <a:t> </a:t>
            </a:r>
            <a:r>
              <a:rPr spc="120" dirty="0"/>
              <a:t>critical</a:t>
            </a:r>
            <a:r>
              <a:rPr spc="-204" dirty="0"/>
              <a:t> </a:t>
            </a:r>
            <a:r>
              <a:rPr spc="105" dirty="0"/>
              <a:t>events</a:t>
            </a:r>
            <a:r>
              <a:rPr spc="-204" dirty="0"/>
              <a:t> </a:t>
            </a:r>
            <a:r>
              <a:rPr spc="75" dirty="0"/>
              <a:t>reach</a:t>
            </a:r>
            <a:r>
              <a:rPr spc="-125" dirty="0"/>
              <a:t> </a:t>
            </a:r>
            <a:r>
              <a:rPr spc="70" dirty="0"/>
              <a:t>the</a:t>
            </a:r>
            <a:r>
              <a:rPr spc="110" dirty="0"/>
              <a:t> </a:t>
            </a:r>
            <a:r>
              <a:rPr spc="170" dirty="0"/>
              <a:t>right</a:t>
            </a:r>
            <a:r>
              <a:rPr spc="-195" dirty="0"/>
              <a:t> </a:t>
            </a:r>
            <a:r>
              <a:rPr spc="80" dirty="0"/>
              <a:t>person </a:t>
            </a:r>
            <a:r>
              <a:rPr spc="70" dirty="0"/>
              <a:t>in</a:t>
            </a:r>
            <a:r>
              <a:rPr spc="-90" dirty="0"/>
              <a:t> </a:t>
            </a:r>
            <a:r>
              <a:rPr spc="-10" dirty="0"/>
              <a:t>seconds.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42831"/>
            <a:ext cx="1494432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3318" y="8095565"/>
            <a:ext cx="786543" cy="267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6057" y="1858581"/>
            <a:ext cx="377540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76521" y="1858581"/>
            <a:ext cx="519118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19260" y="1842831"/>
            <a:ext cx="503387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85571" y="1842831"/>
            <a:ext cx="865198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02463" y="1827085"/>
            <a:ext cx="1022506" cy="59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87894" y="1842831"/>
            <a:ext cx="471926" cy="582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47334" y="7607317"/>
            <a:ext cx="3696754" cy="8819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87917" y="1858581"/>
            <a:ext cx="149443" cy="5669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00286" y="1827085"/>
            <a:ext cx="1085429" cy="59849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93318" y="5685821"/>
            <a:ext cx="7204738" cy="198449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29234" y="346582"/>
            <a:ext cx="0" cy="1165860"/>
          </a:xfrm>
          <a:custGeom>
            <a:avLst/>
            <a:gdLst/>
            <a:ahLst/>
            <a:cxnLst/>
            <a:rect l="l" t="t" r="r" b="b"/>
            <a:pathLst>
              <a:path h="1165860">
                <a:moveTo>
                  <a:pt x="0" y="11654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43875" y="5607069"/>
            <a:ext cx="0" cy="2867025"/>
          </a:xfrm>
          <a:custGeom>
            <a:avLst/>
            <a:gdLst/>
            <a:ahLst/>
            <a:cxnLst/>
            <a:rect l="l" t="t" r="r" b="b"/>
            <a:pathLst>
              <a:path h="2867025">
                <a:moveTo>
                  <a:pt x="0" y="2866492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91091" y="330832"/>
            <a:ext cx="0" cy="1189355"/>
          </a:xfrm>
          <a:custGeom>
            <a:avLst/>
            <a:gdLst/>
            <a:ahLst/>
            <a:cxnLst/>
            <a:rect l="l" t="t" r="r" b="b"/>
            <a:pathLst>
              <a:path h="1189355">
                <a:moveTo>
                  <a:pt x="0" y="1189122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14710" y="7764814"/>
            <a:ext cx="0" cy="716915"/>
          </a:xfrm>
          <a:custGeom>
            <a:avLst/>
            <a:gdLst/>
            <a:ahLst/>
            <a:cxnLst/>
            <a:rect l="l" t="t" r="r" b="b"/>
            <a:pathLst>
              <a:path h="716915">
                <a:moveTo>
                  <a:pt x="0" y="716623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47332" y="5717319"/>
            <a:ext cx="0" cy="425450"/>
          </a:xfrm>
          <a:custGeom>
            <a:avLst/>
            <a:gdLst/>
            <a:ahLst/>
            <a:cxnLst/>
            <a:rect l="l" t="t" r="r" b="b"/>
            <a:pathLst>
              <a:path h="425450">
                <a:moveTo>
                  <a:pt x="0" y="4252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20489" y="5717319"/>
            <a:ext cx="0" cy="425450"/>
          </a:xfrm>
          <a:custGeom>
            <a:avLst/>
            <a:gdLst/>
            <a:ahLst/>
            <a:cxnLst/>
            <a:rect l="l" t="t" r="r" b="b"/>
            <a:pathLst>
              <a:path h="425450">
                <a:moveTo>
                  <a:pt x="0" y="4252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01393" y="5607069"/>
            <a:ext cx="0" cy="535940"/>
          </a:xfrm>
          <a:custGeom>
            <a:avLst/>
            <a:gdLst/>
            <a:ahLst/>
            <a:cxnLst/>
            <a:rect l="l" t="t" r="r" b="b"/>
            <a:pathLst>
              <a:path h="535939">
                <a:moveTo>
                  <a:pt x="0" y="53549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092438" y="5607069"/>
            <a:ext cx="0" cy="2867025"/>
          </a:xfrm>
          <a:custGeom>
            <a:avLst/>
            <a:gdLst/>
            <a:ahLst/>
            <a:cxnLst/>
            <a:rect l="l" t="t" r="r" b="b"/>
            <a:pathLst>
              <a:path h="2867025">
                <a:moveTo>
                  <a:pt x="0" y="2866492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8200606" y="330832"/>
            <a:ext cx="1306195" cy="874394"/>
            <a:chOff x="18200606" y="330832"/>
            <a:chExt cx="1306195" cy="874394"/>
          </a:xfrm>
        </p:grpSpPr>
        <p:sp>
          <p:nvSpPr>
            <p:cNvPr id="23" name="object 23"/>
            <p:cNvSpPr/>
            <p:nvPr/>
          </p:nvSpPr>
          <p:spPr>
            <a:xfrm>
              <a:off x="18216337" y="330832"/>
              <a:ext cx="0" cy="874394"/>
            </a:xfrm>
            <a:custGeom>
              <a:avLst/>
              <a:gdLst/>
              <a:ahLst/>
              <a:cxnLst/>
              <a:rect l="l" t="t" r="r" b="b"/>
              <a:pathLst>
                <a:path h="874394">
                  <a:moveTo>
                    <a:pt x="0" y="874122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85663" y="8465687"/>
            <a:ext cx="1038860" cy="0"/>
          </a:xfrm>
          <a:custGeom>
            <a:avLst/>
            <a:gdLst/>
            <a:ahLst/>
            <a:cxnLst/>
            <a:rect l="l" t="t" r="r" b="b"/>
            <a:pathLst>
              <a:path w="1038859">
                <a:moveTo>
                  <a:pt x="0" y="0"/>
                </a:moveTo>
                <a:lnTo>
                  <a:pt x="1038236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98979" y="8465687"/>
            <a:ext cx="1038860" cy="0"/>
          </a:xfrm>
          <a:custGeom>
            <a:avLst/>
            <a:gdLst/>
            <a:ahLst/>
            <a:cxnLst/>
            <a:rect l="l" t="t" r="r" b="b"/>
            <a:pathLst>
              <a:path w="1038860">
                <a:moveTo>
                  <a:pt x="0" y="0"/>
                </a:moveTo>
                <a:lnTo>
                  <a:pt x="1038236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36009" y="8465687"/>
            <a:ext cx="1369060" cy="0"/>
          </a:xfrm>
          <a:custGeom>
            <a:avLst/>
            <a:gdLst/>
            <a:ahLst/>
            <a:cxnLst/>
            <a:rect l="l" t="t" r="r" b="b"/>
            <a:pathLst>
              <a:path w="1369060">
                <a:moveTo>
                  <a:pt x="0" y="0"/>
                </a:moveTo>
                <a:lnTo>
                  <a:pt x="1368585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dirty="0">
                <a:solidFill>
                  <a:srgbClr val="93999A"/>
                </a:solidFill>
                <a:latin typeface="Times New Roman"/>
                <a:cs typeface="Times New Roman"/>
              </a:rPr>
              <a:t>600</a:t>
            </a:r>
            <a:r>
              <a:rPr sz="1900" b="1" spc="420" dirty="0">
                <a:solidFill>
                  <a:srgbClr val="93999A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3999A"/>
                </a:solidFill>
                <a:latin typeface="Arial"/>
                <a:cs typeface="Arial"/>
              </a:rPr>
              <a:t>X</a:t>
            </a:r>
            <a:r>
              <a:rPr sz="1050" b="1" spc="465" dirty="0">
                <a:solidFill>
                  <a:srgbClr val="93999A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93999A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455256" y="637076"/>
            <a:ext cx="8128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65" dirty="0">
                <a:solidFill>
                  <a:srgbClr val="93999A"/>
                </a:solidFill>
                <a:latin typeface="Times New Roman"/>
                <a:cs typeface="Times New Roman"/>
              </a:rPr>
              <a:t>600</a:t>
            </a:r>
            <a:r>
              <a:rPr sz="1450" spc="-40" dirty="0">
                <a:solidFill>
                  <a:srgbClr val="93999A"/>
                </a:solidFill>
                <a:latin typeface="Times New Roman"/>
                <a:cs typeface="Times New Roman"/>
              </a:rPr>
              <a:t> </a:t>
            </a:r>
            <a:r>
              <a:rPr sz="1450" spc="125" dirty="0">
                <a:solidFill>
                  <a:srgbClr val="93999A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01175" y="5421895"/>
            <a:ext cx="330835" cy="139700"/>
          </a:xfrm>
          <a:custGeom>
            <a:avLst/>
            <a:gdLst/>
            <a:ahLst/>
            <a:cxnLst/>
            <a:rect l="l" t="t" r="r" b="b"/>
            <a:pathLst>
              <a:path w="330835" h="139700">
                <a:moveTo>
                  <a:pt x="330348" y="139665"/>
                </a:moveTo>
                <a:lnTo>
                  <a:pt x="0" y="139665"/>
                </a:lnTo>
                <a:lnTo>
                  <a:pt x="0" y="0"/>
                </a:lnTo>
                <a:lnTo>
                  <a:pt x="330348" y="0"/>
                </a:lnTo>
                <a:lnTo>
                  <a:pt x="330348" y="139665"/>
                </a:lnTo>
                <a:close/>
              </a:path>
            </a:pathLst>
          </a:custGeom>
          <a:solidFill>
            <a:srgbClr val="608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213348" y="5421895"/>
            <a:ext cx="614045" cy="139700"/>
          </a:xfrm>
          <a:custGeom>
            <a:avLst/>
            <a:gdLst/>
            <a:ahLst/>
            <a:cxnLst/>
            <a:rect l="l" t="t" r="r" b="b"/>
            <a:pathLst>
              <a:path w="614044" h="139700">
                <a:moveTo>
                  <a:pt x="613503" y="139665"/>
                </a:moveTo>
                <a:lnTo>
                  <a:pt x="0" y="139665"/>
                </a:lnTo>
                <a:lnTo>
                  <a:pt x="0" y="0"/>
                </a:lnTo>
                <a:lnTo>
                  <a:pt x="613503" y="0"/>
                </a:lnTo>
                <a:lnTo>
                  <a:pt x="613503" y="139665"/>
                </a:lnTo>
                <a:close/>
              </a:path>
            </a:pathLst>
          </a:custGeom>
          <a:solidFill>
            <a:srgbClr val="608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788476" y="5413247"/>
            <a:ext cx="105918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35" dirty="0">
                <a:solidFill>
                  <a:srgbClr val="B5D1DB"/>
                </a:solidFill>
                <a:latin typeface="Arial"/>
                <a:cs typeface="Arial"/>
              </a:rPr>
              <a:t>DATA</a:t>
            </a:r>
            <a:r>
              <a:rPr sz="800" spc="320" dirty="0">
                <a:solidFill>
                  <a:srgbClr val="B5D1DB"/>
                </a:solidFill>
                <a:latin typeface="Arial"/>
                <a:cs typeface="Arial"/>
              </a:rPr>
              <a:t> </a:t>
            </a:r>
            <a:r>
              <a:rPr sz="800" spc="114" dirty="0">
                <a:solidFill>
                  <a:srgbClr val="B5D1DB"/>
                </a:solidFill>
                <a:latin typeface="Arial"/>
                <a:cs typeface="Arial"/>
              </a:rPr>
              <a:t>SOURCES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698824" y="5933769"/>
            <a:ext cx="424815" cy="139700"/>
          </a:xfrm>
          <a:custGeom>
            <a:avLst/>
            <a:gdLst/>
            <a:ahLst/>
            <a:cxnLst/>
            <a:rect l="l" t="t" r="r" b="b"/>
            <a:pathLst>
              <a:path w="424814" h="139700">
                <a:moveTo>
                  <a:pt x="424733" y="139665"/>
                </a:moveTo>
                <a:lnTo>
                  <a:pt x="0" y="139665"/>
                </a:lnTo>
                <a:lnTo>
                  <a:pt x="0" y="0"/>
                </a:lnTo>
                <a:lnTo>
                  <a:pt x="424733" y="0"/>
                </a:lnTo>
                <a:lnTo>
                  <a:pt x="424733" y="139665"/>
                </a:lnTo>
                <a:close/>
              </a:path>
            </a:pathLst>
          </a:custGeom>
          <a:solidFill>
            <a:srgbClr val="608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686125" y="5925121"/>
            <a:ext cx="46545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20" dirty="0">
                <a:solidFill>
                  <a:srgbClr val="B5D1DB"/>
                </a:solidFill>
                <a:latin typeface="Arial"/>
                <a:cs typeface="Arial"/>
              </a:rPr>
              <a:t>STORE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3458" y="7819052"/>
            <a:ext cx="12128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55" dirty="0">
                <a:solidFill>
                  <a:srgbClr val="A8B1B3"/>
                </a:solidFill>
                <a:latin typeface="Times New Roman"/>
                <a:cs typeface="Times New Roman"/>
              </a:rPr>
              <a:t>�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85688" y="7819052"/>
            <a:ext cx="29781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10" dirty="0">
                <a:solidFill>
                  <a:srgbClr val="777777"/>
                </a:solidFill>
                <a:latin typeface="Times New Roman"/>
                <a:cs typeface="Times New Roman"/>
              </a:rPr>
              <a:t>Cll</a:t>
            </a:r>
            <a:r>
              <a:rPr sz="750" b="1" spc="-10" dirty="0">
                <a:solidFill>
                  <a:srgbClr val="93999A"/>
                </a:solidFill>
                <a:latin typeface="Times New Roman"/>
                <a:cs typeface="Times New Roman"/>
              </a:rPr>
              <a:t>lm</a:t>
            </a:r>
            <a:r>
              <a:rPr sz="750" b="1" spc="-10" dirty="0">
                <a:solidFill>
                  <a:srgbClr val="777777"/>
                </a:solidFill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372625" y="5421895"/>
            <a:ext cx="487680" cy="139700"/>
          </a:xfrm>
          <a:custGeom>
            <a:avLst/>
            <a:gdLst/>
            <a:ahLst/>
            <a:cxnLst/>
            <a:rect l="l" t="t" r="r" b="b"/>
            <a:pathLst>
              <a:path w="487679" h="139700">
                <a:moveTo>
                  <a:pt x="487656" y="139665"/>
                </a:moveTo>
                <a:lnTo>
                  <a:pt x="0" y="139665"/>
                </a:lnTo>
                <a:lnTo>
                  <a:pt x="0" y="0"/>
                </a:lnTo>
                <a:lnTo>
                  <a:pt x="487656" y="0"/>
                </a:lnTo>
                <a:lnTo>
                  <a:pt x="487656" y="139665"/>
                </a:lnTo>
                <a:close/>
              </a:path>
            </a:pathLst>
          </a:custGeom>
          <a:solidFill>
            <a:srgbClr val="608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359927" y="5413247"/>
            <a:ext cx="52768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40" dirty="0">
                <a:solidFill>
                  <a:srgbClr val="B5D1DB"/>
                </a:solidFill>
                <a:latin typeface="Arial"/>
                <a:cs typeface="Arial"/>
              </a:rPr>
              <a:t>INGEST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xfrm>
            <a:off x="4170125" y="1836153"/>
            <a:ext cx="314960" cy="774065"/>
          </a:xfrm>
          <a:prstGeom prst="rect">
            <a:avLst/>
          </a:prstGeom>
          <a:solidFill>
            <a:srgbClr val="033162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pc="430" dirty="0">
                <a:solidFill>
                  <a:srgbClr val="FBFDFB"/>
                </a:solidFill>
              </a:rPr>
              <a:t>•</a:t>
            </a:r>
          </a:p>
        </p:txBody>
      </p:sp>
      <p:sp>
        <p:nvSpPr>
          <p:cNvPr id="41" name="object 41"/>
          <p:cNvSpPr/>
          <p:nvPr/>
        </p:nvSpPr>
        <p:spPr>
          <a:xfrm>
            <a:off x="5781083" y="5933769"/>
            <a:ext cx="614045" cy="139700"/>
          </a:xfrm>
          <a:custGeom>
            <a:avLst/>
            <a:gdLst/>
            <a:ahLst/>
            <a:cxnLst/>
            <a:rect l="l" t="t" r="r" b="b"/>
            <a:pathLst>
              <a:path w="614045" h="139700">
                <a:moveTo>
                  <a:pt x="613503" y="139665"/>
                </a:moveTo>
                <a:lnTo>
                  <a:pt x="0" y="139665"/>
                </a:lnTo>
                <a:lnTo>
                  <a:pt x="0" y="0"/>
                </a:lnTo>
                <a:lnTo>
                  <a:pt x="613503" y="0"/>
                </a:lnTo>
                <a:lnTo>
                  <a:pt x="613503" y="139665"/>
                </a:lnTo>
                <a:close/>
              </a:path>
            </a:pathLst>
          </a:custGeom>
          <a:solidFill>
            <a:srgbClr val="608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768387" y="5925121"/>
            <a:ext cx="65532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40" dirty="0">
                <a:solidFill>
                  <a:srgbClr val="B5D1DB"/>
                </a:solidFill>
                <a:latin typeface="Arial"/>
                <a:cs typeface="Arial"/>
              </a:rPr>
              <a:t>PREPARE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99968" y="4858061"/>
            <a:ext cx="148844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540" dirty="0">
                <a:solidFill>
                  <a:srgbClr val="C47E79"/>
                </a:solidFill>
                <a:latin typeface="Arial"/>
                <a:cs typeface="Arial"/>
              </a:rPr>
              <a:t>�</a:t>
            </a:r>
            <a:r>
              <a:rPr sz="1800" spc="5" dirty="0">
                <a:solidFill>
                  <a:srgbClr val="C47E7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F0F11"/>
                </a:solidFill>
                <a:latin typeface="Arial"/>
                <a:cs typeface="Arial"/>
              </a:rPr>
              <a:t>databricks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42763" y="4893498"/>
            <a:ext cx="167132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85" dirty="0">
                <a:solidFill>
                  <a:srgbClr val="1D2628"/>
                </a:solidFill>
                <a:latin typeface="Arial"/>
                <a:cs typeface="Arial"/>
              </a:rPr>
              <a:t>L</a:t>
            </a:r>
            <a:r>
              <a:rPr sz="1550" spc="10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1D2628"/>
                </a:solidFill>
                <a:latin typeface="Arial"/>
                <a:cs typeface="Arial"/>
              </a:rPr>
              <a:t>A</a:t>
            </a:r>
            <a:r>
              <a:rPr sz="1550" spc="-35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50" dirty="0">
                <a:solidFill>
                  <a:srgbClr val="1D2628"/>
                </a:solidFill>
                <a:latin typeface="Arial"/>
                <a:cs typeface="Arial"/>
              </a:rPr>
              <a:t>K</a:t>
            </a:r>
            <a:r>
              <a:rPr sz="1550" spc="-65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1D2628"/>
                </a:solidFill>
                <a:latin typeface="Arial"/>
                <a:cs typeface="Arial"/>
              </a:rPr>
              <a:t>E</a:t>
            </a:r>
            <a:r>
              <a:rPr sz="1550" spc="-15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100" dirty="0">
                <a:solidFill>
                  <a:srgbClr val="1D2628"/>
                </a:solidFill>
                <a:latin typeface="Arial"/>
                <a:cs typeface="Arial"/>
              </a:rPr>
              <a:t>H</a:t>
            </a:r>
            <a:r>
              <a:rPr sz="1550" spc="-125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-114" dirty="0">
                <a:solidFill>
                  <a:srgbClr val="1D2628"/>
                </a:solidFill>
                <a:latin typeface="Arial"/>
                <a:cs typeface="Arial"/>
              </a:rPr>
              <a:t>O</a:t>
            </a:r>
            <a:r>
              <a:rPr sz="1550" spc="-9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F0F11"/>
                </a:solidFill>
                <a:latin typeface="Arial"/>
                <a:cs typeface="Arial"/>
              </a:rPr>
              <a:t>U</a:t>
            </a:r>
            <a:r>
              <a:rPr sz="1550" spc="70" dirty="0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1D2628"/>
                </a:solidFill>
                <a:latin typeface="Arial"/>
                <a:cs typeface="Arial"/>
              </a:rPr>
              <a:t>S</a:t>
            </a:r>
            <a:r>
              <a:rPr sz="1550" spc="-7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40" dirty="0">
                <a:solidFill>
                  <a:srgbClr val="1D2628"/>
                </a:solidFill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19564" y="4893498"/>
            <a:ext cx="146113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70" dirty="0">
                <a:solidFill>
                  <a:srgbClr val="1D2628"/>
                </a:solidFill>
                <a:latin typeface="Arial"/>
                <a:cs typeface="Arial"/>
              </a:rPr>
              <a:t>P</a:t>
            </a:r>
            <a:r>
              <a:rPr sz="1550" spc="-12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60" dirty="0">
                <a:solidFill>
                  <a:srgbClr val="1D2628"/>
                </a:solidFill>
                <a:latin typeface="Arial"/>
                <a:cs typeface="Arial"/>
              </a:rPr>
              <a:t>L</a:t>
            </a:r>
            <a:r>
              <a:rPr sz="1550" spc="8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1D2628"/>
                </a:solidFill>
                <a:latin typeface="Arial"/>
                <a:cs typeface="Arial"/>
              </a:rPr>
              <a:t>AT</a:t>
            </a:r>
            <a:r>
              <a:rPr sz="1550" spc="13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1D2628"/>
                </a:solidFill>
                <a:latin typeface="Arial"/>
                <a:cs typeface="Arial"/>
              </a:rPr>
              <a:t>F</a:t>
            </a:r>
            <a:r>
              <a:rPr sz="1550" spc="-5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-114" dirty="0">
                <a:solidFill>
                  <a:srgbClr val="0F0F11"/>
                </a:solidFill>
                <a:latin typeface="Arial"/>
                <a:cs typeface="Arial"/>
              </a:rPr>
              <a:t>O</a:t>
            </a:r>
            <a:r>
              <a:rPr sz="1550" spc="-30" dirty="0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1D2628"/>
                </a:solidFill>
                <a:latin typeface="Arial"/>
                <a:cs typeface="Arial"/>
              </a:rPr>
              <a:t>R</a:t>
            </a:r>
            <a:r>
              <a:rPr sz="1550" spc="10" dirty="0">
                <a:solidFill>
                  <a:srgbClr val="1D2628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1D2628"/>
                </a:solidFill>
                <a:latin typeface="Arial"/>
                <a:cs typeface="Arial"/>
              </a:rPr>
              <a:t>M</a:t>
            </a:r>
            <a:endParaRPr sz="15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034032" y="5469145"/>
            <a:ext cx="257175" cy="139700"/>
          </a:xfrm>
          <a:custGeom>
            <a:avLst/>
            <a:gdLst/>
            <a:ahLst/>
            <a:cxnLst/>
            <a:rect l="l" t="t" r="r" b="b"/>
            <a:pathLst>
              <a:path w="257175" h="139700">
                <a:moveTo>
                  <a:pt x="256575" y="139665"/>
                </a:moveTo>
                <a:lnTo>
                  <a:pt x="0" y="139665"/>
                </a:lnTo>
                <a:lnTo>
                  <a:pt x="0" y="0"/>
                </a:lnTo>
                <a:lnTo>
                  <a:pt x="256575" y="0"/>
                </a:lnTo>
                <a:lnTo>
                  <a:pt x="256575" y="139665"/>
                </a:lnTo>
                <a:close/>
              </a:path>
            </a:pathLst>
          </a:custGeom>
          <a:solidFill>
            <a:srgbClr val="1A4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001418" y="5469145"/>
            <a:ext cx="71120" cy="139700"/>
          </a:xfrm>
          <a:custGeom>
            <a:avLst/>
            <a:gdLst/>
            <a:ahLst/>
            <a:cxnLst/>
            <a:rect l="l" t="t" r="r" b="b"/>
            <a:pathLst>
              <a:path w="71120" h="139700">
                <a:moveTo>
                  <a:pt x="70788" y="139665"/>
                </a:moveTo>
                <a:lnTo>
                  <a:pt x="0" y="139665"/>
                </a:lnTo>
                <a:lnTo>
                  <a:pt x="0" y="0"/>
                </a:lnTo>
                <a:lnTo>
                  <a:pt x="70788" y="0"/>
                </a:lnTo>
                <a:lnTo>
                  <a:pt x="70788" y="139665"/>
                </a:lnTo>
                <a:close/>
              </a:path>
            </a:pathLst>
          </a:custGeom>
          <a:solidFill>
            <a:srgbClr val="1A4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65541" y="5469145"/>
            <a:ext cx="63500" cy="139700"/>
          </a:xfrm>
          <a:custGeom>
            <a:avLst/>
            <a:gdLst/>
            <a:ahLst/>
            <a:cxnLst/>
            <a:rect l="l" t="t" r="r" b="b"/>
            <a:pathLst>
              <a:path w="63500" h="139700">
                <a:moveTo>
                  <a:pt x="62923" y="139665"/>
                </a:moveTo>
                <a:lnTo>
                  <a:pt x="0" y="139665"/>
                </a:lnTo>
                <a:lnTo>
                  <a:pt x="0" y="0"/>
                </a:lnTo>
                <a:lnTo>
                  <a:pt x="62923" y="0"/>
                </a:lnTo>
                <a:lnTo>
                  <a:pt x="62923" y="139665"/>
                </a:lnTo>
                <a:close/>
              </a:path>
            </a:pathLst>
          </a:custGeom>
          <a:solidFill>
            <a:srgbClr val="1A4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641570" y="5469145"/>
            <a:ext cx="71120" cy="139700"/>
          </a:xfrm>
          <a:custGeom>
            <a:avLst/>
            <a:gdLst/>
            <a:ahLst/>
            <a:cxnLst/>
            <a:rect l="l" t="t" r="r" b="b"/>
            <a:pathLst>
              <a:path w="71120" h="139700">
                <a:moveTo>
                  <a:pt x="70788" y="139665"/>
                </a:moveTo>
                <a:lnTo>
                  <a:pt x="0" y="139665"/>
                </a:lnTo>
                <a:lnTo>
                  <a:pt x="0" y="0"/>
                </a:lnTo>
                <a:lnTo>
                  <a:pt x="70788" y="0"/>
                </a:lnTo>
                <a:lnTo>
                  <a:pt x="70788" y="139665"/>
                </a:lnTo>
                <a:close/>
              </a:path>
            </a:pathLst>
          </a:custGeom>
          <a:solidFill>
            <a:srgbClr val="1A4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333006" y="5469145"/>
            <a:ext cx="102870" cy="139700"/>
          </a:xfrm>
          <a:custGeom>
            <a:avLst/>
            <a:gdLst/>
            <a:ahLst/>
            <a:cxnLst/>
            <a:rect l="l" t="t" r="r" b="b"/>
            <a:pathLst>
              <a:path w="102870" h="139700">
                <a:moveTo>
                  <a:pt x="102410" y="139665"/>
                </a:moveTo>
                <a:lnTo>
                  <a:pt x="0" y="139665"/>
                </a:lnTo>
                <a:lnTo>
                  <a:pt x="0" y="0"/>
                </a:lnTo>
                <a:lnTo>
                  <a:pt x="102410" y="0"/>
                </a:lnTo>
                <a:lnTo>
                  <a:pt x="102410" y="139665"/>
                </a:lnTo>
                <a:close/>
              </a:path>
            </a:pathLst>
          </a:custGeom>
          <a:solidFill>
            <a:srgbClr val="1A4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612167" y="5460497"/>
            <a:ext cx="297116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14" dirty="0">
                <a:solidFill>
                  <a:srgbClr val="97BFCD"/>
                </a:solidFill>
                <a:latin typeface="Arial"/>
                <a:cs typeface="Arial"/>
              </a:rPr>
              <a:t>DATA</a:t>
            </a:r>
            <a:r>
              <a:rPr sz="800" spc="370" dirty="0">
                <a:solidFill>
                  <a:srgbClr val="97BFCD"/>
                </a:solidFill>
                <a:latin typeface="Arial"/>
                <a:cs typeface="Arial"/>
              </a:rPr>
              <a:t> </a:t>
            </a:r>
            <a:r>
              <a:rPr sz="800" spc="175" dirty="0">
                <a:solidFill>
                  <a:srgbClr val="B5D1DB"/>
                </a:solidFill>
                <a:latin typeface="Arial"/>
                <a:cs typeface="Arial"/>
              </a:rPr>
              <a:t>ANA</a:t>
            </a:r>
            <a:r>
              <a:rPr sz="800" spc="175" dirty="0">
                <a:solidFill>
                  <a:srgbClr val="97BFCD"/>
                </a:solidFill>
                <a:latin typeface="Arial"/>
                <a:cs typeface="Arial"/>
              </a:rPr>
              <a:t>LYTICS</a:t>
            </a:r>
            <a:r>
              <a:rPr sz="800" spc="335" dirty="0">
                <a:solidFill>
                  <a:srgbClr val="97BFCD"/>
                </a:solidFill>
                <a:latin typeface="Arial"/>
                <a:cs typeface="Arial"/>
              </a:rPr>
              <a:t> </a:t>
            </a:r>
            <a:r>
              <a:rPr sz="800" spc="105" dirty="0">
                <a:solidFill>
                  <a:srgbClr val="97BFCD"/>
                </a:solidFill>
                <a:latin typeface="Arial"/>
                <a:cs typeface="Arial"/>
              </a:rPr>
              <a:t>•</a:t>
            </a:r>
            <a:r>
              <a:rPr sz="800" spc="380" dirty="0">
                <a:solidFill>
                  <a:srgbClr val="97BFCD"/>
                </a:solidFill>
                <a:latin typeface="Arial"/>
                <a:cs typeface="Arial"/>
              </a:rPr>
              <a:t> </a:t>
            </a:r>
            <a:r>
              <a:rPr sz="800" spc="165" dirty="0">
                <a:solidFill>
                  <a:srgbClr val="B5D1DB"/>
                </a:solidFill>
                <a:latin typeface="Arial"/>
                <a:cs typeface="Arial"/>
              </a:rPr>
              <a:t>N</a:t>
            </a:r>
            <a:r>
              <a:rPr sz="800" spc="165" dirty="0">
                <a:solidFill>
                  <a:srgbClr val="97BFCD"/>
                </a:solidFill>
                <a:latin typeface="Arial"/>
                <a:cs typeface="Arial"/>
              </a:rPr>
              <a:t>LP</a:t>
            </a:r>
            <a:r>
              <a:rPr sz="800" spc="335" dirty="0">
                <a:solidFill>
                  <a:srgbClr val="97BFCD"/>
                </a:solidFill>
                <a:latin typeface="Arial"/>
                <a:cs typeface="Arial"/>
              </a:rPr>
              <a:t> </a:t>
            </a:r>
            <a:r>
              <a:rPr sz="800" spc="95" dirty="0">
                <a:solidFill>
                  <a:srgbClr val="97BFCD"/>
                </a:solidFill>
                <a:latin typeface="Arial"/>
                <a:cs typeface="Arial"/>
              </a:rPr>
              <a:t>•</a:t>
            </a:r>
            <a:r>
              <a:rPr sz="800" spc="455" dirty="0">
                <a:solidFill>
                  <a:srgbClr val="97BFCD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rgbClr val="B5D1DB"/>
                </a:solidFill>
                <a:latin typeface="Arial"/>
                <a:cs typeface="Arial"/>
              </a:rPr>
              <a:t>A</a:t>
            </a:r>
            <a:r>
              <a:rPr sz="800" spc="190" dirty="0">
                <a:solidFill>
                  <a:srgbClr val="97BFCD"/>
                </a:solidFill>
                <a:latin typeface="Arial"/>
                <a:cs typeface="Arial"/>
              </a:rPr>
              <a:t>l/</a:t>
            </a:r>
            <a:r>
              <a:rPr sz="800" spc="190" dirty="0">
                <a:solidFill>
                  <a:srgbClr val="B5D1DB"/>
                </a:solidFill>
                <a:latin typeface="Arial"/>
                <a:cs typeface="Arial"/>
              </a:rPr>
              <a:t>M</a:t>
            </a:r>
            <a:r>
              <a:rPr sz="800" spc="190" dirty="0">
                <a:solidFill>
                  <a:srgbClr val="97BFCD"/>
                </a:solidFill>
                <a:latin typeface="Arial"/>
                <a:cs typeface="Arial"/>
              </a:rPr>
              <a:t>L</a:t>
            </a:r>
            <a:r>
              <a:rPr sz="800" spc="409" dirty="0">
                <a:solidFill>
                  <a:srgbClr val="97BFCD"/>
                </a:solidFill>
                <a:latin typeface="Arial"/>
                <a:cs typeface="Arial"/>
              </a:rPr>
              <a:t> </a:t>
            </a:r>
            <a:r>
              <a:rPr sz="800" spc="160" dirty="0">
                <a:solidFill>
                  <a:srgbClr val="97BFCD"/>
                </a:solidFill>
                <a:latin typeface="Arial"/>
                <a:cs typeface="Arial"/>
              </a:rPr>
              <a:t>PIPEL</a:t>
            </a:r>
            <a:r>
              <a:rPr sz="800" spc="160" dirty="0">
                <a:solidFill>
                  <a:srgbClr val="B5D1DB"/>
                </a:solidFill>
                <a:latin typeface="Arial"/>
                <a:cs typeface="Arial"/>
              </a:rPr>
              <a:t>IN</a:t>
            </a:r>
            <a:r>
              <a:rPr sz="800" spc="160" dirty="0">
                <a:solidFill>
                  <a:srgbClr val="97BFCD"/>
                </a:solidFill>
                <a:latin typeface="Arial"/>
                <a:cs typeface="Arial"/>
              </a:rPr>
              <a:t>E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039143" y="5933769"/>
            <a:ext cx="440690" cy="139700"/>
          </a:xfrm>
          <a:custGeom>
            <a:avLst/>
            <a:gdLst/>
            <a:ahLst/>
            <a:cxnLst/>
            <a:rect l="l" t="t" r="r" b="b"/>
            <a:pathLst>
              <a:path w="440690" h="139700">
                <a:moveTo>
                  <a:pt x="440464" y="139665"/>
                </a:moveTo>
                <a:lnTo>
                  <a:pt x="0" y="139665"/>
                </a:lnTo>
                <a:lnTo>
                  <a:pt x="0" y="0"/>
                </a:lnTo>
                <a:lnTo>
                  <a:pt x="440464" y="0"/>
                </a:lnTo>
                <a:lnTo>
                  <a:pt x="440464" y="139665"/>
                </a:lnTo>
                <a:close/>
              </a:path>
            </a:pathLst>
          </a:custGeom>
          <a:solidFill>
            <a:srgbClr val="608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026447" y="5925121"/>
            <a:ext cx="48387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50" dirty="0">
                <a:solidFill>
                  <a:srgbClr val="B5D1DB"/>
                </a:solidFill>
                <a:latin typeface="Arial"/>
                <a:cs typeface="Arial"/>
              </a:rPr>
              <a:t>HODEL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431443" y="4157188"/>
            <a:ext cx="6134735" cy="692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-10" dirty="0">
                <a:solidFill>
                  <a:srgbClr val="AA2A2D"/>
                </a:solidFill>
                <a:latin typeface="Arial"/>
                <a:cs typeface="Arial"/>
              </a:rPr>
              <a:t>Big</a:t>
            </a:r>
            <a:r>
              <a:rPr sz="4350" b="1" spc="-42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229" dirty="0">
                <a:solidFill>
                  <a:srgbClr val="AA2A2D"/>
                </a:solidFill>
                <a:latin typeface="Arial"/>
                <a:cs typeface="Arial"/>
              </a:rPr>
              <a:t>Data</a:t>
            </a:r>
            <a:r>
              <a:rPr sz="4350" b="1" spc="-34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110" dirty="0">
                <a:solidFill>
                  <a:srgbClr val="AA2A2D"/>
                </a:solidFill>
                <a:latin typeface="Arial"/>
                <a:cs typeface="Arial"/>
              </a:rPr>
              <a:t>Convergence</a:t>
            </a:r>
            <a:endParaRPr sz="435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387711" y="5421895"/>
            <a:ext cx="424815" cy="139700"/>
          </a:xfrm>
          <a:custGeom>
            <a:avLst/>
            <a:gdLst/>
            <a:ahLst/>
            <a:cxnLst/>
            <a:rect l="l" t="t" r="r" b="b"/>
            <a:pathLst>
              <a:path w="424815" h="139700">
                <a:moveTo>
                  <a:pt x="424733" y="139665"/>
                </a:moveTo>
                <a:lnTo>
                  <a:pt x="0" y="139665"/>
                </a:lnTo>
                <a:lnTo>
                  <a:pt x="0" y="0"/>
                </a:lnTo>
                <a:lnTo>
                  <a:pt x="424733" y="0"/>
                </a:lnTo>
                <a:lnTo>
                  <a:pt x="424733" y="139665"/>
                </a:lnTo>
                <a:close/>
              </a:path>
            </a:pathLst>
          </a:custGeom>
          <a:solidFill>
            <a:srgbClr val="6080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375013" y="5413247"/>
            <a:ext cx="46545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30" dirty="0">
                <a:solidFill>
                  <a:srgbClr val="B5D1DB"/>
                </a:solidFill>
                <a:latin typeface="Arial"/>
                <a:cs typeface="Arial"/>
              </a:rPr>
              <a:t>SERVE</a:t>
            </a:r>
            <a:endParaRPr sz="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437560" y="5179359"/>
            <a:ext cx="8739505" cy="18999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11430">
              <a:lnSpc>
                <a:spcPct val="127600"/>
              </a:lnSpc>
              <a:spcBef>
                <a:spcPts val="160"/>
              </a:spcBef>
            </a:pPr>
            <a:r>
              <a:rPr sz="3200" spc="175" dirty="0">
                <a:solidFill>
                  <a:srgbClr val="333D4D"/>
                </a:solidFill>
                <a:latin typeface="Arial"/>
                <a:cs typeface="Arial"/>
              </a:rPr>
              <a:t>Merging</a:t>
            </a:r>
            <a:r>
              <a:rPr sz="3200" spc="-4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55" dirty="0">
                <a:solidFill>
                  <a:srgbClr val="333D4D"/>
                </a:solidFill>
                <a:latin typeface="Arial"/>
                <a:cs typeface="Arial"/>
              </a:rPr>
              <a:t>unstructured</a:t>
            </a:r>
            <a:r>
              <a:rPr sz="3200" spc="-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30" dirty="0">
                <a:solidFill>
                  <a:srgbClr val="333D4D"/>
                </a:solidFill>
                <a:latin typeface="Arial"/>
                <a:cs typeface="Arial"/>
              </a:rPr>
              <a:t>raw</a:t>
            </a:r>
            <a:r>
              <a:rPr sz="3200" spc="-20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logs</a:t>
            </a:r>
            <a:r>
              <a:rPr sz="3200" spc="-19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215" dirty="0">
                <a:solidFill>
                  <a:srgbClr val="333D4D"/>
                </a:solidFill>
                <a:latin typeface="Arial"/>
                <a:cs typeface="Arial"/>
              </a:rPr>
              <a:t>with </a:t>
            </a:r>
            <a:r>
              <a:rPr sz="3200" spc="150" dirty="0">
                <a:solidFill>
                  <a:srgbClr val="333D4D"/>
                </a:solidFill>
                <a:latin typeface="Arial"/>
                <a:cs typeface="Arial"/>
              </a:rPr>
              <a:t>structured</a:t>
            </a:r>
            <a:r>
              <a:rPr sz="3200" spc="-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33D4D"/>
                </a:solidFill>
                <a:latin typeface="Arial"/>
                <a:cs typeface="Arial"/>
              </a:rPr>
              <a:t>data</a:t>
            </a:r>
            <a:r>
              <a:rPr sz="3200" spc="-14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45" dirty="0">
                <a:solidFill>
                  <a:srgbClr val="333D4D"/>
                </a:solidFill>
                <a:latin typeface="Arial"/>
                <a:cs typeface="Arial"/>
              </a:rPr>
              <a:t>tables.</a:t>
            </a:r>
            <a:r>
              <a:rPr sz="3200" spc="-20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Enables</a:t>
            </a:r>
            <a:r>
              <a:rPr sz="3200" spc="-13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massive</a:t>
            </a:r>
            <a:r>
              <a:rPr sz="3200" spc="1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D4D"/>
                </a:solidFill>
                <a:latin typeface="Arial"/>
                <a:cs typeface="Arial"/>
              </a:rPr>
              <a:t>scale SQL</a:t>
            </a:r>
            <a:r>
              <a:rPr sz="3200" spc="-3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00" dirty="0">
                <a:solidFill>
                  <a:srgbClr val="333D4D"/>
                </a:solidFill>
                <a:latin typeface="Arial"/>
                <a:cs typeface="Arial"/>
              </a:rPr>
              <a:t>queries</a:t>
            </a:r>
            <a:r>
              <a:rPr sz="3200" spc="-11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35" dirty="0">
                <a:solidFill>
                  <a:srgbClr val="333D4D"/>
                </a:solidFill>
                <a:latin typeface="Arial"/>
                <a:cs typeface="Arial"/>
              </a:rPr>
              <a:t>over</a:t>
            </a:r>
            <a:r>
              <a:rPr sz="3200" spc="-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75" dirty="0">
                <a:solidFill>
                  <a:srgbClr val="333D4D"/>
                </a:solidFill>
                <a:latin typeface="Arial"/>
                <a:cs typeface="Arial"/>
              </a:rPr>
              <a:t>uncleaned</a:t>
            </a:r>
            <a:r>
              <a:rPr sz="3200" spc="3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135" dirty="0">
                <a:solidFill>
                  <a:srgbClr val="333D4D"/>
                </a:solidFill>
                <a:latin typeface="Arial"/>
                <a:cs typeface="Arial"/>
              </a:rPr>
              <a:t>field</a:t>
            </a:r>
            <a:r>
              <a:rPr sz="3200" spc="-9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D4D"/>
                </a:solidFill>
                <a:latin typeface="Arial"/>
                <a:cs typeface="Arial"/>
              </a:rPr>
              <a:t>sensor</a:t>
            </a:r>
            <a:r>
              <a:rPr sz="3200" spc="1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00" spc="55" dirty="0">
                <a:solidFill>
                  <a:srgbClr val="333D4D"/>
                </a:solidFill>
                <a:latin typeface="Arial"/>
                <a:cs typeface="Arial"/>
              </a:rPr>
              <a:t>data.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0163" y="1811332"/>
            <a:ext cx="424733" cy="614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3551" y="1827085"/>
            <a:ext cx="582042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556" y="1858581"/>
            <a:ext cx="361810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72020" y="1827085"/>
            <a:ext cx="1164083" cy="598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9028" y="1858581"/>
            <a:ext cx="361810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96801" y="1842831"/>
            <a:ext cx="1588817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64273" y="1858581"/>
            <a:ext cx="361810" cy="5669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4738" y="1827085"/>
            <a:ext cx="1651741" cy="59849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29234" y="346582"/>
            <a:ext cx="0" cy="1165860"/>
          </a:xfrm>
          <a:custGeom>
            <a:avLst/>
            <a:gdLst/>
            <a:ahLst/>
            <a:cxnLst/>
            <a:rect l="l" t="t" r="r" b="b"/>
            <a:pathLst>
              <a:path h="1165860">
                <a:moveTo>
                  <a:pt x="0" y="11654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8192742" y="330832"/>
            <a:ext cx="1306195" cy="882015"/>
            <a:chOff x="18192742" y="330832"/>
            <a:chExt cx="1306195" cy="882015"/>
          </a:xfrm>
        </p:grpSpPr>
        <p:sp>
          <p:nvSpPr>
            <p:cNvPr id="13" name="object 13"/>
            <p:cNvSpPr/>
            <p:nvPr/>
          </p:nvSpPr>
          <p:spPr>
            <a:xfrm>
              <a:off x="18216338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192742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605638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6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27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4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4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99999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914843" y="4913185"/>
            <a:ext cx="6325235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b="1" spc="180" dirty="0">
                <a:solidFill>
                  <a:srgbClr val="AA2A2D"/>
                </a:solidFill>
                <a:latin typeface="Arial"/>
                <a:cs typeface="Arial"/>
              </a:rPr>
              <a:t>Deterministic</a:t>
            </a:r>
            <a:r>
              <a:rPr sz="4300" b="1" spc="155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00" b="1" spc="95" dirty="0">
                <a:solidFill>
                  <a:srgbClr val="AA2A2D"/>
                </a:solidFill>
                <a:latin typeface="Arial"/>
                <a:cs typeface="Arial"/>
              </a:rPr>
              <a:t>Wireless</a:t>
            </a:r>
            <a:endParaRPr sz="4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07889" y="5287247"/>
            <a:ext cx="477520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240" dirty="0">
                <a:solidFill>
                  <a:srgbClr val="83A17C"/>
                </a:solidFill>
                <a:latin typeface="Arial"/>
                <a:cs typeface="Arial"/>
              </a:rPr>
              <a:t>�</a:t>
            </a:r>
            <a:r>
              <a:rPr sz="1950" spc="240" dirty="0">
                <a:solidFill>
                  <a:srgbClr val="130E13"/>
                </a:solidFill>
                <a:latin typeface="Arial"/>
                <a:cs typeface="Arial"/>
              </a:rPr>
              <a:t>SG</a:t>
            </a:r>
            <a:r>
              <a:rPr sz="1950" spc="-190" dirty="0">
                <a:solidFill>
                  <a:srgbClr val="130E1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130E13"/>
                </a:solidFill>
                <a:latin typeface="Arial"/>
                <a:cs typeface="Arial"/>
              </a:rPr>
              <a:t>Network</a:t>
            </a:r>
            <a:r>
              <a:rPr sz="1950" spc="50" dirty="0">
                <a:solidFill>
                  <a:srgbClr val="130E13"/>
                </a:solidFill>
                <a:latin typeface="Arial"/>
                <a:cs typeface="Arial"/>
              </a:rPr>
              <a:t> </a:t>
            </a:r>
            <a:r>
              <a:rPr sz="1950" spc="-45" dirty="0">
                <a:solidFill>
                  <a:srgbClr val="130E13"/>
                </a:solidFill>
                <a:latin typeface="Arial"/>
                <a:cs typeface="Arial"/>
              </a:rPr>
              <a:t>Slicing</a:t>
            </a:r>
            <a:r>
              <a:rPr sz="1950" spc="-130" dirty="0">
                <a:solidFill>
                  <a:srgbClr val="130E13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130E13"/>
                </a:solidFill>
                <a:latin typeface="Arial"/>
                <a:cs typeface="Arial"/>
              </a:rPr>
              <a:t>Architecture</a:t>
            </a:r>
            <a:r>
              <a:rPr sz="1950" spc="50" dirty="0">
                <a:solidFill>
                  <a:srgbClr val="130E13"/>
                </a:solidFill>
                <a:latin typeface="Arial"/>
                <a:cs typeface="Arial"/>
              </a:rPr>
              <a:t> </a:t>
            </a:r>
            <a:r>
              <a:rPr sz="1950" spc="-60" dirty="0">
                <a:solidFill>
                  <a:srgbClr val="130E13"/>
                </a:solidFill>
                <a:latin typeface="Arial"/>
                <a:cs typeface="Arial"/>
              </a:rPr>
              <a:t>Diagram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7494" y="5952683"/>
            <a:ext cx="8493760" cy="186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24000"/>
              </a:lnSpc>
              <a:spcBef>
                <a:spcPts val="100"/>
              </a:spcBef>
            </a:pPr>
            <a:r>
              <a:rPr sz="3200" b="1" spc="120" dirty="0">
                <a:solidFill>
                  <a:srgbClr val="033160"/>
                </a:solidFill>
                <a:latin typeface="Arial"/>
                <a:cs typeface="Arial"/>
              </a:rPr>
              <a:t>Network</a:t>
            </a:r>
            <a:r>
              <a:rPr sz="3200" b="1" spc="-15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3200" b="1" spc="-55" dirty="0">
                <a:solidFill>
                  <a:srgbClr val="033160"/>
                </a:solidFill>
                <a:latin typeface="Arial"/>
                <a:cs typeface="Arial"/>
              </a:rPr>
              <a:t>Slicing</a:t>
            </a:r>
            <a:r>
              <a:rPr sz="3200" b="1" spc="-30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3250" spc="75" dirty="0">
                <a:solidFill>
                  <a:srgbClr val="333D4D"/>
                </a:solidFill>
                <a:latin typeface="Arial"/>
                <a:cs typeface="Arial"/>
              </a:rPr>
              <a:t>provides</a:t>
            </a:r>
            <a:r>
              <a:rPr sz="3250" spc="-1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-135" dirty="0">
                <a:solidFill>
                  <a:srgbClr val="333D4D"/>
                </a:solidFill>
                <a:latin typeface="Arial"/>
                <a:cs typeface="Arial"/>
              </a:rPr>
              <a:t>a</a:t>
            </a:r>
            <a:r>
              <a:rPr sz="3250" spc="-2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70" dirty="0">
                <a:solidFill>
                  <a:srgbClr val="333D4D"/>
                </a:solidFill>
                <a:latin typeface="Arial"/>
                <a:cs typeface="Arial"/>
              </a:rPr>
              <a:t>dedicated</a:t>
            </a:r>
            <a:r>
              <a:rPr sz="3250" spc="-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120" dirty="0">
                <a:solidFill>
                  <a:srgbClr val="333D4D"/>
                </a:solidFill>
                <a:latin typeface="Arial"/>
                <a:cs typeface="Arial"/>
              </a:rPr>
              <a:t>virtual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pipe</a:t>
            </a:r>
            <a:r>
              <a:rPr sz="3250" spc="-16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for</a:t>
            </a:r>
            <a:r>
              <a:rPr sz="3250" spc="35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100" dirty="0">
                <a:solidFill>
                  <a:srgbClr val="333D4D"/>
                </a:solidFill>
                <a:latin typeface="Arial"/>
                <a:cs typeface="Arial"/>
              </a:rPr>
              <a:t>mission-</a:t>
            </a:r>
            <a:r>
              <a:rPr sz="3250" spc="75" dirty="0">
                <a:solidFill>
                  <a:srgbClr val="333D4D"/>
                </a:solidFill>
                <a:latin typeface="Arial"/>
                <a:cs typeface="Arial"/>
              </a:rPr>
              <a:t>critical</a:t>
            </a:r>
            <a:r>
              <a:rPr sz="3250" spc="-33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95" dirty="0">
                <a:solidFill>
                  <a:srgbClr val="333D4D"/>
                </a:solidFill>
                <a:latin typeface="Arial"/>
                <a:cs typeface="Arial"/>
              </a:rPr>
              <a:t>industrial</a:t>
            </a:r>
            <a:r>
              <a:rPr sz="3250" spc="-20" dirty="0">
                <a:solidFill>
                  <a:srgbClr val="333D4D"/>
                </a:solidFill>
                <a:latin typeface="Arial"/>
                <a:cs typeface="Arial"/>
              </a:rPr>
              <a:t> data,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bypassing</a:t>
            </a:r>
            <a:r>
              <a:rPr sz="3250" spc="-33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55" dirty="0">
                <a:solidFill>
                  <a:srgbClr val="333D4D"/>
                </a:solidFill>
                <a:latin typeface="Arial"/>
                <a:cs typeface="Arial"/>
              </a:rPr>
              <a:t>standard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85" dirty="0">
                <a:solidFill>
                  <a:srgbClr val="333D4D"/>
                </a:solidFill>
                <a:latin typeface="Arial"/>
                <a:cs typeface="Arial"/>
              </a:rPr>
              <a:t>public</a:t>
            </a:r>
            <a:r>
              <a:rPr sz="3250" spc="-204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45" dirty="0">
                <a:solidFill>
                  <a:srgbClr val="333D4D"/>
                </a:solidFill>
                <a:latin typeface="Arial"/>
                <a:cs typeface="Arial"/>
              </a:rPr>
              <a:t>congestion.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58581"/>
            <a:ext cx="424733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7820" y="1858581"/>
            <a:ext cx="346079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2554" y="1827085"/>
            <a:ext cx="1101161" cy="598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74295" y="1827085"/>
            <a:ext cx="1950627" cy="598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87846" y="1858581"/>
            <a:ext cx="377540" cy="56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28310" y="1842831"/>
            <a:ext cx="471926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0469" y="1858581"/>
            <a:ext cx="157308" cy="5669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40700" y="1827085"/>
            <a:ext cx="1085429" cy="59849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085429" y="3969076"/>
            <a:ext cx="8180070" cy="6662420"/>
            <a:chOff x="1085429" y="3969076"/>
            <a:chExt cx="8180070" cy="6662420"/>
          </a:xfrm>
        </p:grpSpPr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5429" y="4268325"/>
              <a:ext cx="534849" cy="362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62970" y="3969076"/>
              <a:ext cx="7802511" cy="66622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4200" y="4898323"/>
              <a:ext cx="361810" cy="78749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83249" y="4362822"/>
            <a:ext cx="0" cy="409575"/>
          </a:xfrm>
          <a:custGeom>
            <a:avLst/>
            <a:gdLst/>
            <a:ahLst/>
            <a:cxnLst/>
            <a:rect l="l" t="t" r="r" b="b"/>
            <a:pathLst>
              <a:path h="409575">
                <a:moveTo>
                  <a:pt x="0" y="409498"/>
                </a:moveTo>
                <a:lnTo>
                  <a:pt x="0" y="0"/>
                </a:lnTo>
              </a:path>
            </a:pathLst>
          </a:custGeom>
          <a:ln w="39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8200606" y="330832"/>
            <a:ext cx="1306195" cy="882015"/>
            <a:chOff x="18200606" y="330832"/>
            <a:chExt cx="1306195" cy="882015"/>
          </a:xfrm>
        </p:grpSpPr>
        <p:sp>
          <p:nvSpPr>
            <p:cNvPr id="18" name="object 18"/>
            <p:cNvSpPr/>
            <p:nvPr/>
          </p:nvSpPr>
          <p:spPr>
            <a:xfrm>
              <a:off x="18216337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200606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59722" y="3228825"/>
            <a:ext cx="1431925" cy="0"/>
          </a:xfrm>
          <a:custGeom>
            <a:avLst/>
            <a:gdLst/>
            <a:ahLst/>
            <a:cxnLst/>
            <a:rect l="l" t="t" r="r" b="b"/>
            <a:pathLst>
              <a:path w="1431925">
                <a:moveTo>
                  <a:pt x="0" y="0"/>
                </a:moveTo>
                <a:lnTo>
                  <a:pt x="143150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57355" y="3614699"/>
            <a:ext cx="1478915" cy="0"/>
          </a:xfrm>
          <a:custGeom>
            <a:avLst/>
            <a:gdLst/>
            <a:ahLst/>
            <a:cxnLst/>
            <a:rect l="l" t="t" r="r" b="b"/>
            <a:pathLst>
              <a:path w="1478914">
                <a:moveTo>
                  <a:pt x="0" y="0"/>
                </a:moveTo>
                <a:lnTo>
                  <a:pt x="1478701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59722" y="3622574"/>
            <a:ext cx="1431925" cy="0"/>
          </a:xfrm>
          <a:custGeom>
            <a:avLst/>
            <a:gdLst/>
            <a:ahLst/>
            <a:cxnLst/>
            <a:rect l="l" t="t" r="r" b="b"/>
            <a:pathLst>
              <a:path w="1431925">
                <a:moveTo>
                  <a:pt x="0" y="0"/>
                </a:moveTo>
                <a:lnTo>
                  <a:pt x="143150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7099" y="759131"/>
            <a:ext cx="175006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spc="5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00" b="1" spc="30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b="1" spc="4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00" b="1" spc="30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455256" y="637076"/>
            <a:ext cx="8128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65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450" spc="-4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450" spc="125" dirty="0">
                <a:solidFill>
                  <a:srgbClr val="999999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15"/>
              </a:spcBef>
            </a:pPr>
            <a:r>
              <a:rPr spc="229" dirty="0"/>
              <a:t>-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501881" y="2987756"/>
            <a:ext cx="2969260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400" u="sng" spc="1070" dirty="0">
                <a:solidFill>
                  <a:srgbClr val="23B1E6"/>
                </a:solidFill>
                <a:uFill>
                  <a:solidFill>
                    <a:srgbClr val="23B1E6"/>
                  </a:solidFill>
                </a:uFill>
                <a:latin typeface="Arial"/>
                <a:cs typeface="Arial"/>
              </a:rPr>
              <a:t>-----</a:t>
            </a:r>
            <a:r>
              <a:rPr sz="2400" u="sng" spc="1889" dirty="0">
                <a:solidFill>
                  <a:srgbClr val="23B1E6"/>
                </a:solidFill>
                <a:uFill>
                  <a:solidFill>
                    <a:srgbClr val="23B1E6"/>
                  </a:solidFill>
                </a:uFill>
                <a:latin typeface="Arial"/>
                <a:cs typeface="Arial"/>
              </a:rPr>
              <a:t>&gt;</a:t>
            </a:r>
            <a:r>
              <a:rPr sz="2400" u="none" spc="300" dirty="0">
                <a:solidFill>
                  <a:srgbClr val="23B1E6"/>
                </a:solidFill>
                <a:latin typeface="Arial"/>
                <a:cs typeface="Arial"/>
              </a:rPr>
              <a:t> </a:t>
            </a:r>
            <a:r>
              <a:rPr sz="1650" u="none" dirty="0">
                <a:solidFill>
                  <a:srgbClr val="676767"/>
                </a:solidFill>
                <a:latin typeface="Arial"/>
                <a:cs typeface="Arial"/>
              </a:rPr>
              <a:t>Wind</a:t>
            </a:r>
            <a:r>
              <a:rPr sz="1650" u="none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650" u="none" spc="-45" dirty="0">
                <a:solidFill>
                  <a:srgbClr val="676767"/>
                </a:solidFill>
                <a:latin typeface="Arial"/>
                <a:cs typeface="Arial"/>
              </a:rPr>
              <a:t>E11e</a:t>
            </a:r>
            <a:r>
              <a:rPr sz="1650" u="none" spc="-375" dirty="0">
                <a:solidFill>
                  <a:srgbClr val="676767"/>
                </a:solidFill>
                <a:latin typeface="Arial"/>
                <a:cs typeface="Arial"/>
              </a:rPr>
              <a:t>r</a:t>
            </a:r>
            <a:r>
              <a:rPr sz="1725" u="none" spc="-67" baseline="-24154" dirty="0">
                <a:solidFill>
                  <a:srgbClr val="676767"/>
                </a:solidFill>
                <a:latin typeface="Times New Roman"/>
                <a:cs typeface="Times New Roman"/>
              </a:rPr>
              <a:t>'</a:t>
            </a:r>
            <a:r>
              <a:rPr sz="1725" u="none" spc="-705" baseline="-24154" dirty="0">
                <a:solidFill>
                  <a:srgbClr val="676767"/>
                </a:solidFill>
                <a:latin typeface="Times New Roman"/>
                <a:cs typeface="Times New Roman"/>
              </a:rPr>
              <a:t>"</a:t>
            </a:r>
            <a:r>
              <a:rPr sz="1650" u="none" spc="-445" dirty="0">
                <a:solidFill>
                  <a:srgbClr val="676767"/>
                </a:solidFill>
                <a:latin typeface="Arial"/>
                <a:cs typeface="Arial"/>
              </a:rPr>
              <a:t>g</a:t>
            </a:r>
            <a:r>
              <a:rPr sz="1725" u="none" spc="-67" baseline="-24154" dirty="0">
                <a:solidFill>
                  <a:srgbClr val="676767"/>
                </a:solidFill>
                <a:latin typeface="Times New Roman"/>
                <a:cs typeface="Times New Roman"/>
              </a:rPr>
              <a:t>'</a:t>
            </a:r>
            <a:r>
              <a:rPr sz="1725" u="none" spc="-337" baseline="-24154" dirty="0">
                <a:solidFill>
                  <a:srgbClr val="676767"/>
                </a:solidFill>
                <a:latin typeface="Times New Roman"/>
                <a:cs typeface="Times New Roman"/>
              </a:rPr>
              <a:t>.</a:t>
            </a:r>
            <a:r>
              <a:rPr sz="1650" u="none" spc="-655" dirty="0">
                <a:solidFill>
                  <a:srgbClr val="676767"/>
                </a:solidFill>
                <a:latin typeface="Arial"/>
                <a:cs typeface="Arial"/>
              </a:rPr>
              <a:t>v</a:t>
            </a:r>
            <a:r>
              <a:rPr sz="1725" u="none" spc="-67" baseline="-24154" dirty="0">
                <a:solidFill>
                  <a:srgbClr val="676767"/>
                </a:solidFill>
                <a:latin typeface="Times New Roman"/>
                <a:cs typeface="Times New Roman"/>
              </a:rPr>
              <a:t>,</a:t>
            </a:r>
            <a:endParaRPr sz="1725" baseline="-24154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94150" y="3499627"/>
            <a:ext cx="109093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676767"/>
                </a:solidFill>
                <a:latin typeface="Arial"/>
                <a:cs typeface="Arial"/>
              </a:rPr>
              <a:t>olar</a:t>
            </a:r>
            <a:r>
              <a:rPr sz="1600" spc="17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50" spc="50" dirty="0">
                <a:solidFill>
                  <a:srgbClr val="676767"/>
                </a:solidFill>
                <a:latin typeface="Times New Roman"/>
                <a:cs typeface="Times New Roman"/>
              </a:rPr>
              <a:t>E11Crg)</a:t>
            </a:r>
            <a:r>
              <a:rPr sz="1250" spc="50" dirty="0">
                <a:solidFill>
                  <a:srgbClr val="ACACAC"/>
                </a:solidFill>
                <a:latin typeface="Times New Roman"/>
                <a:cs typeface="Times New Roman"/>
              </a:rPr>
              <a:t>'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53505" y="3098001"/>
            <a:ext cx="2165985" cy="690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solidFill>
                  <a:srgbClr val="676767"/>
                </a:solidFill>
                <a:latin typeface="Arial"/>
                <a:cs typeface="Arial"/>
              </a:rPr>
              <a:t>Piezoelectric</a:t>
            </a:r>
            <a:r>
              <a:rPr sz="1650" spc="-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76767"/>
                </a:solidFill>
                <a:latin typeface="Arial"/>
                <a:cs typeface="Arial"/>
              </a:rPr>
              <a:t>Energy</a:t>
            </a:r>
            <a:endParaRPr sz="165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1240"/>
              </a:spcBef>
            </a:pPr>
            <a:r>
              <a:rPr sz="1650" spc="-100" dirty="0">
                <a:solidFill>
                  <a:srgbClr val="676767"/>
                </a:solidFill>
                <a:latin typeface="Arial"/>
                <a:cs typeface="Arial"/>
              </a:rPr>
              <a:t>Tl1er111oe</a:t>
            </a:r>
            <a:r>
              <a:rPr sz="1650" spc="-100" dirty="0">
                <a:solidFill>
                  <a:srgbClr val="343D4D"/>
                </a:solidFill>
                <a:latin typeface="Arial"/>
                <a:cs typeface="Arial"/>
              </a:rPr>
              <a:t>l</a:t>
            </a:r>
            <a:r>
              <a:rPr sz="1650" spc="-100" dirty="0">
                <a:solidFill>
                  <a:srgbClr val="676767"/>
                </a:solidFill>
                <a:latin typeface="Arial"/>
                <a:cs typeface="Arial"/>
              </a:rPr>
              <a:t>ectric</a:t>
            </a:r>
            <a:r>
              <a:rPr sz="1650" spc="3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650" spc="-100" dirty="0">
                <a:solidFill>
                  <a:srgbClr val="676767"/>
                </a:solidFill>
                <a:latin typeface="Arial"/>
                <a:cs typeface="Arial"/>
              </a:rPr>
              <a:t>Energ_)</a:t>
            </a:r>
            <a:r>
              <a:rPr sz="1650" spc="-100" dirty="0">
                <a:solidFill>
                  <a:srgbClr val="ACACAC"/>
                </a:solidFill>
                <a:latin typeface="Arial"/>
                <a:cs typeface="Arial"/>
              </a:rPr>
              <a:t>'</a:t>
            </a:r>
            <a:endParaRPr sz="16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2190" y="4417062"/>
            <a:ext cx="842010" cy="5607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16585" algn="l"/>
              </a:tabLst>
            </a:pPr>
            <a:r>
              <a:rPr sz="300" u="sng" spc="430" dirty="0">
                <a:solidFill>
                  <a:srgbClr val="C3C3C3"/>
                </a:solidFill>
                <a:uFill>
                  <a:solidFill>
                    <a:srgbClr val="C3C3C3"/>
                  </a:solidFill>
                </a:uFill>
                <a:latin typeface="Arial"/>
                <a:cs typeface="Arial"/>
              </a:rPr>
              <a:t>...</a:t>
            </a:r>
            <a:r>
              <a:rPr sz="300" u="none" spc="430" dirty="0">
                <a:solidFill>
                  <a:srgbClr val="C3C3C3"/>
                </a:solidFill>
                <a:latin typeface="Arial"/>
                <a:cs typeface="Arial"/>
              </a:rPr>
              <a:t>.</a:t>
            </a:r>
            <a:r>
              <a:rPr sz="300" u="none" spc="305" dirty="0">
                <a:solidFill>
                  <a:srgbClr val="C3C3C3"/>
                </a:solidFill>
                <a:latin typeface="Arial"/>
                <a:cs typeface="Arial"/>
              </a:rPr>
              <a:t>  </a:t>
            </a:r>
            <a:r>
              <a:rPr sz="1000" u="sng" spc="-245" dirty="0">
                <a:solidFill>
                  <a:srgbClr val="676767"/>
                </a:solidFill>
                <a:uFill>
                  <a:solidFill>
                    <a:srgbClr val="676767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none" spc="-50" dirty="0">
                <a:solidFill>
                  <a:srgbClr val="676767"/>
                </a:solidFill>
                <a:latin typeface="Times New Roman"/>
                <a:cs typeface="Times New Roman"/>
              </a:rPr>
              <a:t>)</a:t>
            </a:r>
            <a:r>
              <a:rPr sz="1000" u="none" dirty="0">
                <a:solidFill>
                  <a:srgbClr val="676767"/>
                </a:solidFill>
                <a:latin typeface="Times New Roman"/>
                <a:cs typeface="Times New Roman"/>
              </a:rPr>
              <a:t>	</a:t>
            </a:r>
            <a:r>
              <a:rPr sz="1750" u="sng" spc="-50" dirty="0">
                <a:solidFill>
                  <a:srgbClr val="676767"/>
                </a:solidFill>
                <a:uFill>
                  <a:solidFill>
                    <a:srgbClr val="676767"/>
                  </a:solidFill>
                </a:uFill>
                <a:latin typeface="Times New Roman"/>
                <a:cs typeface="Times New Roman"/>
              </a:rPr>
              <a:t>)</a:t>
            </a:r>
            <a:r>
              <a:rPr sz="1750" u="sng" spc="500" dirty="0">
                <a:solidFill>
                  <a:srgbClr val="676767"/>
                </a:solidFill>
                <a:uFill>
                  <a:solidFill>
                    <a:srgbClr val="676767"/>
                  </a:solidFill>
                </a:uFill>
                <a:latin typeface="Times New Roman"/>
                <a:cs typeface="Times New Roman"/>
              </a:rPr>
              <a:t> </a:t>
            </a:r>
            <a:endParaRPr sz="1750">
              <a:latin typeface="Times New Roman"/>
              <a:cs typeface="Times New Roman"/>
            </a:endParaRPr>
          </a:p>
          <a:p>
            <a:pPr marL="584835">
              <a:lnSpc>
                <a:spcPct val="100000"/>
              </a:lnSpc>
              <a:spcBef>
                <a:spcPts val="110"/>
              </a:spcBef>
              <a:tabLst>
                <a:tab pos="828675" algn="l"/>
              </a:tabLst>
            </a:pPr>
            <a:r>
              <a:rPr sz="1650" u="sng" spc="-25" dirty="0">
                <a:solidFill>
                  <a:srgbClr val="676767"/>
                </a:solidFill>
                <a:uFill>
                  <a:solidFill>
                    <a:srgbClr val="676767"/>
                  </a:solidFill>
                </a:uFill>
                <a:latin typeface="Arial"/>
                <a:cs typeface="Arial"/>
              </a:rPr>
              <a:t>))</a:t>
            </a:r>
            <a:r>
              <a:rPr sz="1650" u="sng" dirty="0">
                <a:solidFill>
                  <a:srgbClr val="676767"/>
                </a:solidFill>
                <a:uFill>
                  <a:solidFill>
                    <a:srgbClr val="676767"/>
                  </a:solidFill>
                </a:uFill>
                <a:latin typeface="Arial"/>
                <a:cs typeface="Arial"/>
              </a:rPr>
              <a:t>	</a:t>
            </a:r>
            <a:endParaRPr sz="16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33195" y="4928936"/>
            <a:ext cx="11938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860" dirty="0">
                <a:solidFill>
                  <a:srgbClr val="676767"/>
                </a:solidFill>
                <a:latin typeface="Arial"/>
                <a:cs typeface="Arial"/>
              </a:rPr>
              <a:t>�</a:t>
            </a:r>
            <a:endParaRPr sz="1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87236" y="4464312"/>
            <a:ext cx="6604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-150" dirty="0">
                <a:solidFill>
                  <a:srgbClr val="C3C3C3"/>
                </a:solidFill>
                <a:latin typeface="Times New Roman"/>
                <a:cs typeface="Times New Roman"/>
              </a:rPr>
              <a:t>(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84588" y="3917000"/>
            <a:ext cx="95250" cy="526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50" spc="-409" dirty="0">
                <a:solidFill>
                  <a:srgbClr val="C3C3C3"/>
                </a:solidFill>
                <a:latin typeface="Arial"/>
                <a:cs typeface="Arial"/>
              </a:rPr>
              <a:t>I</a:t>
            </a:r>
            <a:endParaRPr sz="32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444164" y="2881441"/>
            <a:ext cx="3764279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b="1" spc="95" dirty="0">
                <a:solidFill>
                  <a:srgbClr val="AA2A2B"/>
                </a:solidFill>
                <a:latin typeface="Arial"/>
                <a:cs typeface="Arial"/>
              </a:rPr>
              <a:t>The</a:t>
            </a:r>
            <a:r>
              <a:rPr sz="4300" b="1" spc="-315" dirty="0">
                <a:solidFill>
                  <a:srgbClr val="AA2A2B"/>
                </a:solidFill>
                <a:latin typeface="Arial"/>
                <a:cs typeface="Arial"/>
              </a:rPr>
              <a:t> </a:t>
            </a:r>
            <a:r>
              <a:rPr sz="4300" b="1" spc="110" dirty="0">
                <a:solidFill>
                  <a:srgbClr val="AA2A2B"/>
                </a:solidFill>
                <a:latin typeface="Arial"/>
                <a:cs typeface="Arial"/>
              </a:rPr>
              <a:t>6G</a:t>
            </a:r>
            <a:r>
              <a:rPr sz="4300" b="1" spc="-345" dirty="0">
                <a:solidFill>
                  <a:srgbClr val="AA2A2B"/>
                </a:solidFill>
                <a:latin typeface="Arial"/>
                <a:cs typeface="Arial"/>
              </a:rPr>
              <a:t> </a:t>
            </a:r>
            <a:r>
              <a:rPr sz="4300" b="1" spc="135" dirty="0">
                <a:solidFill>
                  <a:srgbClr val="AA2A2B"/>
                </a:solidFill>
                <a:latin typeface="Arial"/>
                <a:cs typeface="Arial"/>
              </a:rPr>
              <a:t>Vision</a:t>
            </a:r>
            <a:endParaRPr sz="43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420351" y="3935902"/>
            <a:ext cx="8468360" cy="2482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26000"/>
              </a:lnSpc>
              <a:spcBef>
                <a:spcPts val="90"/>
              </a:spcBef>
            </a:pPr>
            <a:r>
              <a:rPr sz="3200" spc="130" dirty="0">
                <a:solidFill>
                  <a:srgbClr val="343D4D"/>
                </a:solidFill>
                <a:latin typeface="Arial"/>
                <a:cs typeface="Arial"/>
              </a:rPr>
              <a:t>Future</a:t>
            </a:r>
            <a:r>
              <a:rPr sz="3200" spc="-3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sensors</a:t>
            </a:r>
            <a:r>
              <a:rPr sz="3200" spc="-10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70" dirty="0">
                <a:solidFill>
                  <a:srgbClr val="343D4D"/>
                </a:solidFill>
                <a:latin typeface="Arial"/>
                <a:cs typeface="Arial"/>
              </a:rPr>
              <a:t>will</a:t>
            </a:r>
            <a:r>
              <a:rPr sz="3200" spc="-21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254" dirty="0">
                <a:solidFill>
                  <a:srgbClr val="343D4D"/>
                </a:solidFill>
                <a:latin typeface="Arial"/>
                <a:cs typeface="Arial"/>
              </a:rPr>
              <a:t>run</a:t>
            </a:r>
            <a:r>
              <a:rPr sz="3200" spc="-28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210" dirty="0">
                <a:solidFill>
                  <a:srgbClr val="343D4D"/>
                </a:solidFill>
                <a:latin typeface="Arial"/>
                <a:cs typeface="Arial"/>
              </a:rPr>
              <a:t>without</a:t>
            </a:r>
            <a:r>
              <a:rPr sz="3200" spc="-5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90" dirty="0">
                <a:solidFill>
                  <a:srgbClr val="343D4D"/>
                </a:solidFill>
                <a:latin typeface="Arial"/>
                <a:cs typeface="Arial"/>
              </a:rPr>
              <a:t>batteries, </a:t>
            </a:r>
            <a:r>
              <a:rPr sz="3200" spc="100" dirty="0">
                <a:solidFill>
                  <a:srgbClr val="343D4D"/>
                </a:solidFill>
                <a:latin typeface="Arial"/>
                <a:cs typeface="Arial"/>
              </a:rPr>
              <a:t>using</a:t>
            </a:r>
            <a:r>
              <a:rPr sz="3200" spc="-434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b="1" spc="70" dirty="0">
                <a:solidFill>
                  <a:srgbClr val="032F5E"/>
                </a:solidFill>
                <a:latin typeface="Arial"/>
                <a:cs typeface="Arial"/>
              </a:rPr>
              <a:t>Ambient</a:t>
            </a:r>
            <a:r>
              <a:rPr sz="3200" b="1" spc="-165" dirty="0">
                <a:solidFill>
                  <a:srgbClr val="032F5E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32F5E"/>
                </a:solidFill>
                <a:latin typeface="Arial"/>
                <a:cs typeface="Arial"/>
              </a:rPr>
              <a:t>Backscatter</a:t>
            </a:r>
            <a:r>
              <a:rPr sz="3200" b="1" spc="95" dirty="0">
                <a:solidFill>
                  <a:srgbClr val="032F5E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to</a:t>
            </a:r>
            <a:r>
              <a:rPr sz="3200" spc="1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343D4D"/>
                </a:solidFill>
                <a:latin typeface="Arial"/>
                <a:cs typeface="Arial"/>
              </a:rPr>
              <a:t>communicate </a:t>
            </a:r>
            <a:r>
              <a:rPr sz="3200" spc="220" dirty="0">
                <a:solidFill>
                  <a:srgbClr val="343D4D"/>
                </a:solidFill>
                <a:latin typeface="Arial"/>
                <a:cs typeface="Arial"/>
              </a:rPr>
              <a:t>with</a:t>
            </a:r>
            <a:r>
              <a:rPr sz="3200" spc="-2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30" dirty="0">
                <a:solidFill>
                  <a:srgbClr val="343D4D"/>
                </a:solidFill>
                <a:latin typeface="Arial"/>
                <a:cs typeface="Arial"/>
              </a:rPr>
              <a:t>cloud</a:t>
            </a:r>
            <a:r>
              <a:rPr sz="3200" spc="-15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gateways.</a:t>
            </a:r>
            <a:r>
              <a:rPr sz="3200" spc="-5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45" dirty="0">
                <a:solidFill>
                  <a:srgbClr val="343D4D"/>
                </a:solidFill>
                <a:latin typeface="Arial"/>
                <a:cs typeface="Arial"/>
              </a:rPr>
              <a:t>Massive</a:t>
            </a:r>
            <a:r>
              <a:rPr sz="3200" spc="-2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20" dirty="0">
                <a:solidFill>
                  <a:srgbClr val="343D4D"/>
                </a:solidFill>
                <a:latin typeface="Arial"/>
                <a:cs typeface="Arial"/>
              </a:rPr>
              <a:t>density </a:t>
            </a:r>
            <a:r>
              <a:rPr sz="3200" spc="-605" dirty="0">
                <a:solidFill>
                  <a:srgbClr val="343D4D"/>
                </a:solidFill>
                <a:latin typeface="Arial"/>
                <a:cs typeface="Arial"/>
              </a:rPr>
              <a:t>i</a:t>
            </a:r>
            <a:r>
              <a:rPr sz="2475" spc="135" baseline="55555" dirty="0">
                <a:solidFill>
                  <a:srgbClr val="343D4D"/>
                </a:solidFill>
                <a:latin typeface="Arial"/>
                <a:cs typeface="Arial"/>
              </a:rPr>
              <a:t>•</a:t>
            </a:r>
            <a:r>
              <a:rPr sz="3200" spc="50" dirty="0">
                <a:solidFill>
                  <a:srgbClr val="343D4D"/>
                </a:solidFill>
                <a:latin typeface="Arial"/>
                <a:cs typeface="Arial"/>
              </a:rPr>
              <a:t>ncrease.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58581"/>
            <a:ext cx="519118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0743" y="1842831"/>
            <a:ext cx="1148353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85524" y="1842831"/>
            <a:ext cx="440464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5804" y="1842831"/>
            <a:ext cx="534849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92347" y="1842831"/>
            <a:ext cx="676427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39564" y="1858581"/>
            <a:ext cx="149443" cy="566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67661" y="1842831"/>
            <a:ext cx="534849" cy="582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1168" y="1858581"/>
            <a:ext cx="157308" cy="5669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90169" y="1827085"/>
            <a:ext cx="2060744" cy="598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429567" y="1827085"/>
            <a:ext cx="1494432" cy="5984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47568" y="5607072"/>
            <a:ext cx="4908031" cy="19372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643256" y="5449572"/>
            <a:ext cx="330348" cy="55124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643256" y="6079570"/>
            <a:ext cx="393271" cy="56699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643256" y="6725319"/>
            <a:ext cx="330348" cy="55124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643256" y="7371067"/>
            <a:ext cx="346079" cy="5512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373655" y="5449572"/>
            <a:ext cx="267424" cy="55124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8279268" y="6079570"/>
            <a:ext cx="377540" cy="56699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279268" y="7371067"/>
            <a:ext cx="361810" cy="5512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8279268" y="7985315"/>
            <a:ext cx="361810" cy="551248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395919" y="7544314"/>
            <a:ext cx="0" cy="315595"/>
          </a:xfrm>
          <a:custGeom>
            <a:avLst/>
            <a:gdLst/>
            <a:ahLst/>
            <a:cxnLst/>
            <a:rect l="l" t="t" r="r" b="b"/>
            <a:pathLst>
              <a:path h="315595">
                <a:moveTo>
                  <a:pt x="0" y="3149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438751" y="5591319"/>
            <a:ext cx="0" cy="2221230"/>
          </a:xfrm>
          <a:custGeom>
            <a:avLst/>
            <a:gdLst/>
            <a:ahLst/>
            <a:cxnLst/>
            <a:rect l="l" t="t" r="r" b="b"/>
            <a:pathLst>
              <a:path h="2221229">
                <a:moveTo>
                  <a:pt x="0" y="2220744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666847" y="8001063"/>
            <a:ext cx="0" cy="520065"/>
          </a:xfrm>
          <a:custGeom>
            <a:avLst/>
            <a:gdLst/>
            <a:ahLst/>
            <a:cxnLst/>
            <a:rect l="l" t="t" r="r" b="b"/>
            <a:pathLst>
              <a:path h="520065">
                <a:moveTo>
                  <a:pt x="0" y="51974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216337" y="330832"/>
            <a:ext cx="0" cy="882015"/>
          </a:xfrm>
          <a:custGeom>
            <a:avLst/>
            <a:gdLst/>
            <a:ahLst/>
            <a:cxnLst/>
            <a:rect l="l" t="t" r="r" b="b"/>
            <a:pathLst>
              <a:path h="882015">
                <a:moveTo>
                  <a:pt x="0" y="8819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609609" y="6741066"/>
            <a:ext cx="0" cy="520065"/>
          </a:xfrm>
          <a:custGeom>
            <a:avLst/>
            <a:gdLst/>
            <a:ahLst/>
            <a:cxnLst/>
            <a:rect l="l" t="t" r="r" b="b"/>
            <a:pathLst>
              <a:path h="520065">
                <a:moveTo>
                  <a:pt x="0" y="5197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200606" y="1197080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4">
                <a:moveTo>
                  <a:pt x="0" y="0"/>
                </a:moveTo>
                <a:lnTo>
                  <a:pt x="130566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658983" y="8505062"/>
            <a:ext cx="440690" cy="0"/>
          </a:xfrm>
          <a:custGeom>
            <a:avLst/>
            <a:gdLst/>
            <a:ahLst/>
            <a:cxnLst/>
            <a:rect l="l" t="t" r="r" b="b"/>
            <a:pathLst>
              <a:path w="440690">
                <a:moveTo>
                  <a:pt x="0" y="0"/>
                </a:moveTo>
                <a:lnTo>
                  <a:pt x="44046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37099" y="755193"/>
            <a:ext cx="175006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999999"/>
                </a:solidFill>
                <a:latin typeface="Times New Roman"/>
                <a:cs typeface="Times New Roman"/>
              </a:rPr>
              <a:t>600</a:t>
            </a:r>
            <a:r>
              <a:rPr sz="1950" spc="355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999999"/>
                </a:solidFill>
                <a:latin typeface="Arial"/>
                <a:cs typeface="Arial"/>
              </a:rPr>
              <a:t>X</a:t>
            </a:r>
            <a:r>
              <a:rPr sz="1050" spc="47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999999"/>
                </a:solidFill>
                <a:latin typeface="Times New Roman"/>
                <a:cs typeface="Times New Roman"/>
              </a:rPr>
              <a:t>400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456630" y="648888"/>
            <a:ext cx="814069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dirty="0">
                <a:solidFill>
                  <a:srgbClr val="999999"/>
                </a:solidFill>
                <a:latin typeface="Arial"/>
                <a:cs typeface="Arial"/>
              </a:rPr>
              <a:t>600</a:t>
            </a:r>
            <a:r>
              <a:rPr sz="1350" spc="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999999"/>
                </a:solidFill>
                <a:latin typeface="Times New Roman"/>
                <a:cs typeface="Times New Roman"/>
              </a:rPr>
              <a:t>X</a:t>
            </a:r>
            <a:r>
              <a:rPr sz="950" spc="100" dirty="0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sz="1350" spc="35" dirty="0">
                <a:solidFill>
                  <a:srgbClr val="999999"/>
                </a:solidFill>
                <a:latin typeface="Arial"/>
                <a:cs typeface="Arial"/>
              </a:rPr>
              <a:t>400</a:t>
            </a:r>
            <a:endParaRPr sz="13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32572" y="1779738"/>
            <a:ext cx="236220" cy="673735"/>
          </a:xfrm>
          <a:prstGeom prst="rect">
            <a:avLst/>
          </a:prstGeom>
          <a:solidFill>
            <a:srgbClr val="033160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3900" spc="50" dirty="0">
                <a:solidFill>
                  <a:srgbClr val="FBFDFD"/>
                </a:solidFill>
                <a:latin typeface="Times New Roman"/>
                <a:cs typeface="Times New Roman"/>
              </a:rPr>
              <a:t>I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4337262" y="1735633"/>
            <a:ext cx="22923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50" dirty="0">
                <a:solidFill>
                  <a:srgbClr val="013364"/>
                </a:solidFill>
                <a:latin typeface="Times New Roman"/>
                <a:cs typeface="Times New Roman"/>
              </a:rPr>
              <a:t>-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955536" y="1836153"/>
            <a:ext cx="314960" cy="763905"/>
          </a:xfrm>
          <a:prstGeom prst="rect">
            <a:avLst/>
          </a:prstGeom>
          <a:solidFill>
            <a:srgbClr val="033160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sz="4450" spc="55" dirty="0">
                <a:solidFill>
                  <a:srgbClr val="FBFDFD"/>
                </a:solidFill>
                <a:latin typeface="Times New Roman"/>
                <a:cs typeface="Times New Roman"/>
              </a:rPr>
              <a:t>•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7475" y="3976063"/>
            <a:ext cx="6943725" cy="692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b="1" spc="145" dirty="0">
                <a:solidFill>
                  <a:srgbClr val="AA2A2D"/>
                </a:solidFill>
                <a:latin typeface="Arial"/>
                <a:cs typeface="Arial"/>
              </a:rPr>
              <a:t>Smart</a:t>
            </a:r>
            <a:r>
              <a:rPr sz="4350" b="1" spc="-19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95" dirty="0">
                <a:solidFill>
                  <a:srgbClr val="AA2A2D"/>
                </a:solidFill>
                <a:latin typeface="Arial"/>
                <a:cs typeface="Arial"/>
              </a:rPr>
              <a:t>Greenhouse</a:t>
            </a:r>
            <a:r>
              <a:rPr sz="4350" b="1" spc="-180" dirty="0">
                <a:solidFill>
                  <a:srgbClr val="AA2A2D"/>
                </a:solidFill>
                <a:latin typeface="Arial"/>
                <a:cs typeface="Arial"/>
              </a:rPr>
              <a:t> </a:t>
            </a:r>
            <a:r>
              <a:rPr sz="4350" b="1" spc="80" dirty="0">
                <a:solidFill>
                  <a:srgbClr val="AA2A2D"/>
                </a:solidFill>
                <a:latin typeface="Arial"/>
                <a:cs typeface="Arial"/>
              </a:rPr>
              <a:t>Cloud</a:t>
            </a:r>
            <a:endParaRPr sz="43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3196" y="4573774"/>
            <a:ext cx="6435725" cy="1726564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450"/>
              </a:spcBef>
              <a:tabLst>
                <a:tab pos="925194" algn="l"/>
              </a:tabLst>
            </a:pPr>
            <a:r>
              <a:rPr sz="4450" spc="75" dirty="0">
                <a:solidFill>
                  <a:srgbClr val="AA2A2D"/>
                </a:solidFill>
                <a:latin typeface="Times New Roman"/>
                <a:cs typeface="Times New Roman"/>
              </a:rPr>
              <a:t>O</a:t>
            </a:r>
            <a:r>
              <a:rPr sz="4450" dirty="0">
                <a:solidFill>
                  <a:srgbClr val="AA2A2D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343D4D"/>
                </a:solidFill>
                <a:latin typeface="Arial"/>
                <a:cs typeface="Arial"/>
              </a:rPr>
              <a:t>RPi</a:t>
            </a:r>
            <a:r>
              <a:rPr sz="3200" spc="-204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40" dirty="0">
                <a:solidFill>
                  <a:srgbClr val="343D4D"/>
                </a:solidFill>
                <a:latin typeface="Arial"/>
                <a:cs typeface="Arial"/>
              </a:rPr>
              <a:t>5</a:t>
            </a:r>
            <a:r>
              <a:rPr sz="3200" spc="-28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75" dirty="0">
                <a:solidFill>
                  <a:srgbClr val="343D4D"/>
                </a:solidFill>
                <a:latin typeface="Arial"/>
                <a:cs typeface="Arial"/>
              </a:rPr>
              <a:t>polls</a:t>
            </a:r>
            <a:r>
              <a:rPr sz="3200" spc="-19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95" dirty="0">
                <a:solidFill>
                  <a:srgbClr val="343D4D"/>
                </a:solidFill>
                <a:latin typeface="Arial"/>
                <a:cs typeface="Arial"/>
              </a:rPr>
              <a:t>DHT22</a:t>
            </a:r>
            <a:r>
              <a:rPr sz="3200" spc="-17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43D4D"/>
                </a:solidFill>
                <a:latin typeface="Arial"/>
                <a:cs typeface="Arial"/>
              </a:rPr>
              <a:t>sensors.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  <a:tabLst>
                <a:tab pos="926465" algn="l"/>
              </a:tabLst>
            </a:pPr>
            <a:r>
              <a:rPr sz="4450" b="1" spc="145" dirty="0">
                <a:solidFill>
                  <a:srgbClr val="AA2A2D"/>
                </a:solidFill>
                <a:latin typeface="Arial"/>
                <a:cs typeface="Arial"/>
              </a:rPr>
              <a:t>0</a:t>
            </a:r>
            <a:r>
              <a:rPr sz="4450" b="1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Publishes</a:t>
            </a:r>
            <a:r>
              <a:rPr sz="3200" spc="6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to</a:t>
            </a:r>
            <a:r>
              <a:rPr sz="3200" spc="38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75" dirty="0">
                <a:solidFill>
                  <a:srgbClr val="343D4D"/>
                </a:solidFill>
                <a:latin typeface="Arial"/>
                <a:cs typeface="Arial"/>
              </a:rPr>
              <a:t>MQTT</a:t>
            </a:r>
            <a:r>
              <a:rPr sz="3200" spc="5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40" dirty="0">
                <a:solidFill>
                  <a:srgbClr val="343D4D"/>
                </a:solidFill>
                <a:latin typeface="Arial"/>
                <a:cs typeface="Arial"/>
              </a:rPr>
              <a:t>HiveMQ.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8935" y="6460618"/>
            <a:ext cx="634746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746760" algn="l"/>
              </a:tabLst>
            </a:pPr>
            <a:r>
              <a:rPr sz="4450" b="1" spc="295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450" b="1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200" spc="45" dirty="0">
                <a:solidFill>
                  <a:srgbClr val="343D4D"/>
                </a:solidFill>
                <a:latin typeface="Arial"/>
                <a:cs typeface="Arial"/>
              </a:rPr>
              <a:t>Grafana</a:t>
            </a:r>
            <a:r>
              <a:rPr sz="3200" spc="3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43D4D"/>
                </a:solidFill>
                <a:latin typeface="Arial"/>
                <a:cs typeface="Arial"/>
              </a:rPr>
              <a:t>visualizes </a:t>
            </a:r>
            <a:r>
              <a:rPr sz="3200" spc="120" dirty="0">
                <a:solidFill>
                  <a:srgbClr val="343D4D"/>
                </a:solidFill>
                <a:latin typeface="Arial"/>
                <a:cs typeface="Arial"/>
              </a:rPr>
              <a:t>heat</a:t>
            </a:r>
            <a:r>
              <a:rPr sz="3200" spc="-9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43D4D"/>
                </a:solidFill>
                <a:latin typeface="Arial"/>
                <a:cs typeface="Arial"/>
              </a:rPr>
              <a:t>maps.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98935" y="7311116"/>
            <a:ext cx="55740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753110" algn="l"/>
              </a:tabLst>
            </a:pPr>
            <a:r>
              <a:rPr sz="4450" b="1" spc="-50" dirty="0">
                <a:solidFill>
                  <a:srgbClr val="AA2A2D"/>
                </a:solidFill>
                <a:latin typeface="Arial"/>
                <a:cs typeface="Arial"/>
              </a:rPr>
              <a:t>O</a:t>
            </a:r>
            <a:r>
              <a:rPr sz="4450" b="1" dirty="0">
                <a:solidFill>
                  <a:srgbClr val="AA2A2D"/>
                </a:solidFill>
                <a:latin typeface="Arial"/>
                <a:cs typeface="Arial"/>
              </a:rPr>
              <a:t>	</a:t>
            </a:r>
            <a:r>
              <a:rPr sz="3200" spc="190" dirty="0">
                <a:solidFill>
                  <a:srgbClr val="343D4D"/>
                </a:solidFill>
                <a:latin typeface="Arial"/>
                <a:cs typeface="Arial"/>
              </a:rPr>
              <a:t>Alert</a:t>
            </a:r>
            <a:r>
              <a:rPr sz="3200" spc="-23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05" dirty="0">
                <a:solidFill>
                  <a:srgbClr val="343D4D"/>
                </a:solidFill>
                <a:latin typeface="Arial"/>
                <a:cs typeface="Arial"/>
              </a:rPr>
              <a:t>triggers</a:t>
            </a:r>
            <a:r>
              <a:rPr sz="3200" spc="-2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140" dirty="0">
                <a:solidFill>
                  <a:srgbClr val="343D4D"/>
                </a:solidFill>
                <a:latin typeface="Arial"/>
                <a:cs typeface="Arial"/>
              </a:rPr>
              <a:t>cooling</a:t>
            </a:r>
            <a:r>
              <a:rPr sz="3200" spc="-41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3200" spc="50" dirty="0">
                <a:solidFill>
                  <a:srgbClr val="343D4D"/>
                </a:solidFill>
                <a:latin typeface="Arial"/>
                <a:cs typeface="Arial"/>
              </a:rPr>
              <a:t>fan.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278571" y="5074623"/>
            <a:ext cx="1218565" cy="2413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37515" marR="5080" indent="-425450">
              <a:lnSpc>
                <a:spcPts val="810"/>
              </a:lnSpc>
              <a:spcBef>
                <a:spcPts val="195"/>
              </a:spcBef>
            </a:pPr>
            <a:r>
              <a:rPr sz="750" dirty="0">
                <a:solidFill>
                  <a:srgbClr val="4B4D50"/>
                </a:solidFill>
                <a:latin typeface="Times New Roman"/>
                <a:cs typeface="Times New Roman"/>
              </a:rPr>
              <a:t>Cloud</a:t>
            </a:r>
            <a:r>
              <a:rPr sz="750" spc="30" dirty="0">
                <a:solidFill>
                  <a:srgbClr val="4B4D50"/>
                </a:solidFill>
                <a:latin typeface="Times New Roman"/>
                <a:cs typeface="Times New Roman"/>
              </a:rPr>
              <a:t> </a:t>
            </a:r>
            <a:r>
              <a:rPr sz="750" spc="-20" dirty="0">
                <a:solidFill>
                  <a:srgbClr val="343D4D"/>
                </a:solidFill>
                <a:latin typeface="Times New Roman"/>
                <a:cs typeface="Times New Roman"/>
              </a:rPr>
              <a:t>Mon</a:t>
            </a:r>
            <a:r>
              <a:rPr sz="750" spc="-20" dirty="0">
                <a:solidFill>
                  <a:srgbClr val="5D5E62"/>
                </a:solidFill>
                <a:latin typeface="Times New Roman"/>
                <a:cs typeface="Times New Roman"/>
              </a:rPr>
              <a:t>i</a:t>
            </a:r>
            <a:r>
              <a:rPr sz="750" spc="-20" dirty="0">
                <a:solidFill>
                  <a:srgbClr val="343D4D"/>
                </a:solidFill>
                <a:latin typeface="Times New Roman"/>
                <a:cs typeface="Times New Roman"/>
              </a:rPr>
              <a:t>toring</a:t>
            </a:r>
            <a:r>
              <a:rPr sz="750" spc="5" dirty="0">
                <a:solidFill>
                  <a:srgbClr val="343D4D"/>
                </a:solidFill>
                <a:latin typeface="Times New Roman"/>
                <a:cs typeface="Times New Roman"/>
              </a:rPr>
              <a:t> </a:t>
            </a:r>
            <a:r>
              <a:rPr sz="750" spc="-10" dirty="0">
                <a:solidFill>
                  <a:srgbClr val="343D4D"/>
                </a:solidFill>
                <a:latin typeface="Times New Roman"/>
                <a:cs typeface="Times New Roman"/>
              </a:rPr>
              <a:t>A</a:t>
            </a:r>
            <a:r>
              <a:rPr sz="750" spc="-10" dirty="0">
                <a:solidFill>
                  <a:srgbClr val="5D5E62"/>
                </a:solidFill>
                <a:latin typeface="Times New Roman"/>
                <a:cs typeface="Times New Roman"/>
              </a:rPr>
              <a:t>re</a:t>
            </a:r>
            <a:r>
              <a:rPr sz="750" spc="-10" dirty="0">
                <a:solidFill>
                  <a:srgbClr val="343D4D"/>
                </a:solidFill>
                <a:latin typeface="Times New Roman"/>
                <a:cs typeface="Times New Roman"/>
              </a:rPr>
              <a:t>h</a:t>
            </a:r>
            <a:r>
              <a:rPr sz="750" spc="-10" dirty="0">
                <a:solidFill>
                  <a:srgbClr val="5D5E62"/>
                </a:solidFill>
                <a:latin typeface="Times New Roman"/>
                <a:cs typeface="Times New Roman"/>
              </a:rPr>
              <a:t>itKtu</a:t>
            </a:r>
            <a:r>
              <a:rPr sz="750" spc="-10" dirty="0">
                <a:solidFill>
                  <a:srgbClr val="343D4D"/>
                </a:solidFill>
                <a:latin typeface="Times New Roman"/>
                <a:cs typeface="Times New Roman"/>
              </a:rPr>
              <a:t>re</a:t>
            </a:r>
            <a:r>
              <a:rPr sz="750" spc="500" dirty="0">
                <a:solidFill>
                  <a:srgbClr val="343D4D"/>
                </a:solidFill>
                <a:latin typeface="Times New Roman"/>
                <a:cs typeface="Times New Roman"/>
              </a:rPr>
              <a:t> </a:t>
            </a:r>
            <a:r>
              <a:rPr sz="750" spc="-10" dirty="0">
                <a:solidFill>
                  <a:srgbClr val="343D4D"/>
                </a:solidFill>
                <a:latin typeface="Times New Roman"/>
                <a:cs typeface="Times New Roman"/>
              </a:rPr>
              <a:t>Template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124607" y="5568701"/>
            <a:ext cx="1004569" cy="27876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85"/>
              </a:spcBef>
            </a:pPr>
            <a:r>
              <a:rPr sz="550" dirty="0">
                <a:solidFill>
                  <a:srgbClr val="343D4D"/>
                </a:solidFill>
                <a:latin typeface="Times New Roman"/>
                <a:cs typeface="Times New Roman"/>
              </a:rPr>
              <a:t>U</a:t>
            </a:r>
            <a:r>
              <a:rPr sz="550" dirty="0">
                <a:solidFill>
                  <a:srgbClr val="4B4469"/>
                </a:solidFill>
                <a:latin typeface="Times New Roman"/>
                <a:cs typeface="Times New Roman"/>
              </a:rPr>
              <a:t>s,en.</a:t>
            </a:r>
            <a:r>
              <a:rPr sz="550" dirty="0">
                <a:solidFill>
                  <a:srgbClr val="343D4D"/>
                </a:solidFill>
                <a:latin typeface="Times New Roman"/>
                <a:cs typeface="Times New Roman"/>
              </a:rPr>
              <a:t>£</a:t>
            </a:r>
            <a:r>
              <a:rPr sz="550" spc="30" dirty="0">
                <a:solidFill>
                  <a:srgbClr val="343D4D"/>
                </a:solidFill>
                <a:latin typeface="Times New Roman"/>
                <a:cs typeface="Times New Roman"/>
              </a:rPr>
              <a:t> </a:t>
            </a:r>
            <a:r>
              <a:rPr sz="550" spc="229" dirty="0">
                <a:solidFill>
                  <a:srgbClr val="4B4469"/>
                </a:solidFill>
                <a:latin typeface="Times New Roman"/>
                <a:cs typeface="Times New Roman"/>
              </a:rPr>
              <a:t>�</a:t>
            </a:r>
            <a:r>
              <a:rPr sz="550" spc="229" dirty="0">
                <a:solidFill>
                  <a:srgbClr val="756995"/>
                </a:solidFill>
                <a:latin typeface="Times New Roman"/>
                <a:cs typeface="Times New Roman"/>
              </a:rPr>
              <a:t>•</a:t>
            </a:r>
            <a:r>
              <a:rPr sz="550" spc="229" dirty="0">
                <a:solidFill>
                  <a:srgbClr val="4B4469"/>
                </a:solidFill>
                <a:latin typeface="Times New Roman"/>
                <a:cs typeface="Times New Roman"/>
              </a:rPr>
              <a:t>tio</a:t>
            </a:r>
            <a:r>
              <a:rPr sz="550" spc="229" dirty="0">
                <a:solidFill>
                  <a:srgbClr val="343D4D"/>
                </a:solidFill>
                <a:latin typeface="Times New Roman"/>
                <a:cs typeface="Times New Roman"/>
              </a:rPr>
              <a:t>n</a:t>
            </a:r>
            <a:r>
              <a:rPr sz="550" spc="25" dirty="0">
                <a:solidFill>
                  <a:srgbClr val="343D4D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4B4469"/>
                </a:solidFill>
                <a:latin typeface="Times New Roman"/>
                <a:cs typeface="Times New Roman"/>
              </a:rPr>
              <a:t>S</a:t>
            </a:r>
            <a:r>
              <a:rPr sz="550" spc="-10" dirty="0">
                <a:solidFill>
                  <a:srgbClr val="343D4D"/>
                </a:solidFill>
                <a:latin typeface="Times New Roman"/>
                <a:cs typeface="Times New Roman"/>
              </a:rPr>
              <a:t>er</a:t>
            </a:r>
            <a:r>
              <a:rPr sz="550" spc="-10" dirty="0">
                <a:solidFill>
                  <a:srgbClr val="4B4469"/>
                </a:solidFill>
                <a:latin typeface="Times New Roman"/>
                <a:cs typeface="Times New Roman"/>
              </a:rPr>
              <a:t>vic</a:t>
            </a:r>
            <a:r>
              <a:rPr sz="550" spc="-10" dirty="0">
                <a:solidFill>
                  <a:srgbClr val="343D4D"/>
                </a:solidFill>
                <a:latin typeface="Times New Roman"/>
                <a:cs typeface="Times New Roman"/>
              </a:rPr>
              <a:t>e</a:t>
            </a:r>
            <a:endParaRPr sz="550">
              <a:latin typeface="Times New Roman"/>
              <a:cs typeface="Times New Roman"/>
            </a:endParaRPr>
          </a:p>
          <a:p>
            <a:pPr algn="ctr">
              <a:lnSpc>
                <a:spcPts val="530"/>
              </a:lnSpc>
              <a:spcBef>
                <a:spcPts val="60"/>
              </a:spcBef>
            </a:pPr>
            <a:r>
              <a:rPr sz="450" dirty="0">
                <a:solidFill>
                  <a:srgbClr val="756995"/>
                </a:solidFill>
                <a:latin typeface="Times New Roman"/>
                <a:cs typeface="Times New Roman"/>
              </a:rPr>
              <a:t>IXOft9Q</a:t>
            </a:r>
            <a:r>
              <a:rPr sz="450" dirty="0">
                <a:solidFill>
                  <a:srgbClr val="343D4D"/>
                </a:solidFill>
                <a:latin typeface="Times New Roman"/>
                <a:cs typeface="Times New Roman"/>
              </a:rPr>
              <a:t>1</a:t>
            </a:r>
            <a:r>
              <a:rPr sz="450" dirty="0">
                <a:solidFill>
                  <a:srgbClr val="897CAA"/>
                </a:solidFill>
                <a:latin typeface="Times New Roman"/>
                <a:cs typeface="Times New Roman"/>
              </a:rPr>
              <a:t>\0J:t</a:t>
            </a:r>
            <a:r>
              <a:rPr sz="450" dirty="0">
                <a:solidFill>
                  <a:srgbClr val="605680"/>
                </a:solidFill>
                <a:latin typeface="Times New Roman"/>
                <a:cs typeface="Times New Roman"/>
              </a:rPr>
              <a:t>!O</a:t>
            </a:r>
            <a:r>
              <a:rPr sz="450" spc="270" dirty="0">
                <a:solidFill>
                  <a:srgbClr val="605680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605680"/>
                </a:solidFill>
                <a:latin typeface="Times New Roman"/>
                <a:cs typeface="Times New Roman"/>
              </a:rPr>
              <a:t>IOIOMOIIYd\llllt</a:t>
            </a:r>
            <a:r>
              <a:rPr sz="450" spc="190" dirty="0">
                <a:solidFill>
                  <a:srgbClr val="605680"/>
                </a:solidFill>
                <a:latin typeface="Times New Roman"/>
                <a:cs typeface="Times New Roman"/>
              </a:rPr>
              <a:t> </a:t>
            </a:r>
            <a:r>
              <a:rPr sz="450" spc="-25" dirty="0">
                <a:solidFill>
                  <a:srgbClr val="756995"/>
                </a:solidFill>
                <a:latin typeface="Times New Roman"/>
                <a:cs typeface="Times New Roman"/>
              </a:rPr>
              <a:t>vb</a:t>
            </a:r>
            <a:endParaRPr sz="450">
              <a:latin typeface="Times New Roman"/>
              <a:cs typeface="Times New Roman"/>
            </a:endParaRPr>
          </a:p>
          <a:p>
            <a:pPr marL="27940" algn="ctr">
              <a:lnSpc>
                <a:spcPts val="650"/>
              </a:lnSpc>
            </a:pPr>
            <a:r>
              <a:rPr sz="550" spc="-10" dirty="0">
                <a:solidFill>
                  <a:srgbClr val="756995"/>
                </a:solidFill>
                <a:latin typeface="Times New Roman"/>
                <a:cs typeface="Times New Roman"/>
              </a:rPr>
              <a:t>w,p11'4tions,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217848" y="6228307"/>
            <a:ext cx="861060" cy="263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540" algn="ctr">
              <a:lnSpc>
                <a:spcPts val="555"/>
              </a:lnSpc>
              <a:spcBef>
                <a:spcPts val="125"/>
              </a:spcBef>
            </a:pPr>
            <a:r>
              <a:rPr sz="500" dirty="0">
                <a:solidFill>
                  <a:srgbClr val="5B365D"/>
                </a:solidFill>
                <a:latin typeface="Arial"/>
                <a:cs typeface="Arial"/>
              </a:rPr>
              <a:t>ArureEw-</a:t>
            </a:r>
            <a:r>
              <a:rPr sz="500" spc="-10" dirty="0">
                <a:solidFill>
                  <a:srgbClr val="5B365D"/>
                </a:solidFill>
                <a:latin typeface="Arial"/>
                <a:cs typeface="Arial"/>
              </a:rPr>
              <a:t>n1</a:t>
            </a:r>
            <a:r>
              <a:rPr sz="500" spc="-10" dirty="0">
                <a:solidFill>
                  <a:srgbClr val="7C527B"/>
                </a:solidFill>
                <a:latin typeface="Arial"/>
                <a:cs typeface="Arial"/>
              </a:rPr>
              <a:t>H</a:t>
            </a:r>
            <a:r>
              <a:rPr sz="500" spc="-10" dirty="0">
                <a:solidFill>
                  <a:srgbClr val="5B365D"/>
                </a:solidFill>
                <a:latin typeface="Arial"/>
                <a:cs typeface="Arial"/>
              </a:rPr>
              <a:t>ubs</a:t>
            </a:r>
            <a:endParaRPr sz="500">
              <a:latin typeface="Arial"/>
              <a:cs typeface="Arial"/>
            </a:endParaRPr>
          </a:p>
          <a:p>
            <a:pPr algn="ctr">
              <a:lnSpc>
                <a:spcPts val="615"/>
              </a:lnSpc>
            </a:pPr>
            <a:r>
              <a:rPr sz="550" spc="-30" dirty="0">
                <a:solidFill>
                  <a:srgbClr val="8E648C"/>
                </a:solidFill>
                <a:latin typeface="Times New Roman"/>
                <a:cs typeface="Times New Roman"/>
              </a:rPr>
              <a:t>CO</a:t>
            </a:r>
            <a:r>
              <a:rPr sz="550" spc="-30" dirty="0">
                <a:solidFill>
                  <a:srgbClr val="5B365D"/>
                </a:solidFill>
                <a:latin typeface="Times New Roman"/>
                <a:cs typeface="Times New Roman"/>
              </a:rPr>
              <a:t>l</a:t>
            </a:r>
            <a:r>
              <a:rPr sz="550" spc="-30" dirty="0">
                <a:solidFill>
                  <a:srgbClr val="8E648C"/>
                </a:solidFill>
                <a:latin typeface="Times New Roman"/>
                <a:cs typeface="Times New Roman"/>
              </a:rPr>
              <a:t>!&amp;Cttand</a:t>
            </a:r>
            <a:r>
              <a:rPr sz="550" spc="130" dirty="0">
                <a:solidFill>
                  <a:srgbClr val="8E648C"/>
                </a:solidFill>
                <a:latin typeface="Times New Roman"/>
                <a:cs typeface="Times New Roman"/>
              </a:rPr>
              <a:t> </a:t>
            </a:r>
            <a:r>
              <a:rPr sz="500" spc="35" dirty="0">
                <a:solidFill>
                  <a:srgbClr val="8E648C"/>
                </a:solidFill>
                <a:latin typeface="Times New Roman"/>
                <a:cs typeface="Times New Roman"/>
              </a:rPr>
              <a:t>$lteMttde1nee</a:t>
            </a: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solidFill>
                  <a:srgbClr val="8E648C"/>
                </a:solidFill>
                <a:latin typeface="Arial"/>
                <a:cs typeface="Arial"/>
              </a:rPr>
              <a:t>telemetrydMa.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044709" y="6855628"/>
            <a:ext cx="1177290" cy="27559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60"/>
              </a:spcBef>
            </a:pPr>
            <a:r>
              <a:rPr sz="550" dirty="0">
                <a:solidFill>
                  <a:srgbClr val="4B4469"/>
                </a:solidFill>
                <a:latin typeface="Times New Roman"/>
                <a:cs typeface="Times New Roman"/>
              </a:rPr>
              <a:t>lho</a:t>
            </a:r>
            <a:r>
              <a:rPr sz="550" dirty="0">
                <a:solidFill>
                  <a:srgbClr val="343D4D"/>
                </a:solidFill>
                <a:latin typeface="Times New Roman"/>
                <a:cs typeface="Times New Roman"/>
              </a:rPr>
              <a:t>b</a:t>
            </a:r>
            <a:r>
              <a:rPr sz="550" dirty="0">
                <a:solidFill>
                  <a:srgbClr val="4B4469"/>
                </a:solidFill>
                <a:latin typeface="Times New Roman"/>
                <a:cs typeface="Times New Roman"/>
              </a:rPr>
              <a:t>Stora</a:t>
            </a:r>
            <a:r>
              <a:rPr sz="550" dirty="0">
                <a:solidFill>
                  <a:srgbClr val="343D4D"/>
                </a:solidFill>
                <a:latin typeface="Times New Roman"/>
                <a:cs typeface="Times New Roman"/>
              </a:rPr>
              <a:t>o</a:t>
            </a:r>
            <a:r>
              <a:rPr sz="550" dirty="0">
                <a:solidFill>
                  <a:srgbClr val="4B4469"/>
                </a:solidFill>
                <a:latin typeface="Times New Roman"/>
                <a:cs typeface="Times New Roman"/>
              </a:rPr>
              <a:t>el</a:t>
            </a:r>
            <a:r>
              <a:rPr sz="550" spc="220" dirty="0">
                <a:solidFill>
                  <a:srgbClr val="4B4469"/>
                </a:solidFill>
                <a:latin typeface="Times New Roman"/>
                <a:cs typeface="Times New Roman"/>
              </a:rPr>
              <a:t>  </a:t>
            </a:r>
            <a:r>
              <a:rPr sz="500" dirty="0">
                <a:solidFill>
                  <a:srgbClr val="343D4D"/>
                </a:solidFill>
                <a:latin typeface="Arial"/>
                <a:cs typeface="Arial"/>
              </a:rPr>
              <a:t>£</a:t>
            </a:r>
            <a:r>
              <a:rPr sz="500" dirty="0">
                <a:solidFill>
                  <a:srgbClr val="4B4469"/>
                </a:solidFill>
                <a:latin typeface="Arial"/>
                <a:cs typeface="Arial"/>
              </a:rPr>
              <a:t>vent</a:t>
            </a:r>
            <a:r>
              <a:rPr sz="500" spc="180" dirty="0">
                <a:solidFill>
                  <a:srgbClr val="4B4469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4B4469"/>
                </a:solidFill>
                <a:latin typeface="Times New Roman"/>
                <a:cs typeface="Times New Roman"/>
              </a:rPr>
              <a:t>Gt-</a:t>
            </a:r>
            <a:r>
              <a:rPr sz="550" spc="-25" dirty="0">
                <a:solidFill>
                  <a:srgbClr val="4B4469"/>
                </a:solidFill>
                <a:latin typeface="Times New Roman"/>
                <a:cs typeface="Times New Roman"/>
              </a:rPr>
              <a:t>id</a:t>
            </a:r>
            <a:endParaRPr sz="550">
              <a:latin typeface="Times New Roman"/>
              <a:cs typeface="Times New Roman"/>
            </a:endParaRPr>
          </a:p>
          <a:p>
            <a:pPr algn="ctr">
              <a:lnSpc>
                <a:spcPts val="530"/>
              </a:lnSpc>
              <a:spcBef>
                <a:spcPts val="60"/>
              </a:spcBef>
            </a:pPr>
            <a:r>
              <a:rPr sz="450" spc="-30" dirty="0">
                <a:solidFill>
                  <a:srgbClr val="756995"/>
                </a:solidFill>
                <a:latin typeface="Arial"/>
                <a:cs typeface="Arial"/>
              </a:rPr>
              <a:t>S101"ec</a:t>
            </a:r>
            <a:r>
              <a:rPr sz="450" spc="140" dirty="0">
                <a:solidFill>
                  <a:srgbClr val="756995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756995"/>
                </a:solidFill>
                <a:latin typeface="Arial"/>
                <a:cs typeface="Arial"/>
              </a:rPr>
              <a:t>atlcltriggedWYOl\tsIOI</a:t>
            </a:r>
            <a:r>
              <a:rPr sz="450" spc="204" dirty="0">
                <a:solidFill>
                  <a:srgbClr val="756995"/>
                </a:solidFill>
                <a:latin typeface="Arial"/>
                <a:cs typeface="Arial"/>
              </a:rPr>
              <a:t>  </a:t>
            </a:r>
            <a:r>
              <a:rPr sz="450" spc="-10" dirty="0">
                <a:solidFill>
                  <a:srgbClr val="897CAA"/>
                </a:solidFill>
                <a:latin typeface="Arial"/>
                <a:cs typeface="Arial"/>
              </a:rPr>
              <a:t>fm::0tnr1</a:t>
            </a:r>
            <a:r>
              <a:rPr sz="450" spc="-10" dirty="0">
                <a:solidFill>
                  <a:srgbClr val="605680"/>
                </a:solidFill>
                <a:latin typeface="Arial"/>
                <a:cs typeface="Arial"/>
              </a:rPr>
              <a:t>9</a:t>
            </a:r>
            <a:endParaRPr sz="450">
              <a:latin typeface="Arial"/>
              <a:cs typeface="Arial"/>
            </a:endParaRPr>
          </a:p>
          <a:p>
            <a:pPr algn="ctr">
              <a:lnSpc>
                <a:spcPts val="650"/>
              </a:lnSpc>
            </a:pPr>
            <a:r>
              <a:rPr sz="550" spc="-10" dirty="0">
                <a:solidFill>
                  <a:srgbClr val="756995"/>
                </a:solidFill>
                <a:latin typeface="Times New Roman"/>
                <a:cs typeface="Times New Roman"/>
              </a:rPr>
              <a:t>telemtlrydeto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220000" y="7496913"/>
            <a:ext cx="836294" cy="27241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065" marR="5080" indent="10795" algn="ctr">
              <a:lnSpc>
                <a:spcPct val="104000"/>
              </a:lnSpc>
              <a:spcBef>
                <a:spcPts val="160"/>
              </a:spcBef>
            </a:pPr>
            <a:r>
              <a:rPr sz="500" spc="-25" dirty="0">
                <a:solidFill>
                  <a:srgbClr val="5B365D"/>
                </a:solidFill>
                <a:latin typeface="Arial"/>
                <a:cs typeface="Arial"/>
              </a:rPr>
              <a:t>AZ-UR</a:t>
            </a:r>
            <a:r>
              <a:rPr sz="500" spc="-80" dirty="0">
                <a:solidFill>
                  <a:srgbClr val="5B365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5B365D"/>
                </a:solidFill>
                <a:latin typeface="Arial"/>
                <a:cs typeface="Arial"/>
              </a:rPr>
              <a:t>Ocu</a:t>
            </a:r>
            <a:r>
              <a:rPr sz="500" spc="185" dirty="0">
                <a:solidFill>
                  <a:srgbClr val="5B365D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482149"/>
                </a:solidFill>
                <a:latin typeface="Arial"/>
                <a:cs typeface="Arial"/>
              </a:rPr>
              <a:t>E11ptore,-</a:t>
            </a:r>
            <a:r>
              <a:rPr sz="450" dirty="0">
                <a:solidFill>
                  <a:srgbClr val="8E648C"/>
                </a:solidFill>
                <a:latin typeface="Times New Roman"/>
                <a:cs typeface="Times New Roman"/>
              </a:rPr>
              <a:t>Ana1yHtW.Oltl011)'</a:t>
            </a:r>
            <a:r>
              <a:rPr sz="450" spc="110" dirty="0">
                <a:solidFill>
                  <a:srgbClr val="8E648C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7C527B"/>
                </a:solidFill>
                <a:latin typeface="Times New Roman"/>
                <a:cs typeface="Times New Roman"/>
              </a:rPr>
              <a:t>Cl3t</a:t>
            </a:r>
            <a:r>
              <a:rPr sz="450" dirty="0">
                <a:solidFill>
                  <a:srgbClr val="5B365D"/>
                </a:solidFill>
                <a:latin typeface="Times New Roman"/>
                <a:cs typeface="Times New Roman"/>
              </a:rPr>
              <a:t>3</a:t>
            </a:r>
            <a:r>
              <a:rPr sz="450" spc="229" dirty="0">
                <a:solidFill>
                  <a:srgbClr val="5B365D"/>
                </a:solidFill>
                <a:latin typeface="Times New Roman"/>
                <a:cs typeface="Times New Roman"/>
              </a:rPr>
              <a:t>  </a:t>
            </a:r>
            <a:r>
              <a:rPr sz="450" spc="-25" dirty="0">
                <a:solidFill>
                  <a:srgbClr val="7C527B"/>
                </a:solidFill>
                <a:latin typeface="Times New Roman"/>
                <a:cs typeface="Times New Roman"/>
              </a:rPr>
              <a:t>IOf</a:t>
            </a:r>
            <a:r>
              <a:rPr sz="450" spc="500" dirty="0">
                <a:solidFill>
                  <a:srgbClr val="7C527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8E648C"/>
                </a:solidFill>
                <a:latin typeface="Times New Roman"/>
                <a:cs typeface="Times New Roman"/>
              </a:rPr>
              <a:t>moniloring</a:t>
            </a:r>
            <a:r>
              <a:rPr sz="550" spc="-5" dirty="0">
                <a:solidFill>
                  <a:srgbClr val="8E648C"/>
                </a:solidFill>
                <a:latin typeface="Times New Roman"/>
                <a:cs typeface="Times New Roman"/>
              </a:rPr>
              <a:t> </a:t>
            </a:r>
            <a:r>
              <a:rPr sz="500" spc="-10" dirty="0">
                <a:solidFill>
                  <a:srgbClr val="7C527B"/>
                </a:solidFill>
                <a:latin typeface="Times New Roman"/>
                <a:cs typeface="Times New Roman"/>
              </a:rPr>
              <a:t>P!IDOSe�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046908" y="8118302"/>
            <a:ext cx="1195705" cy="2641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-1270" algn="ctr">
              <a:lnSpc>
                <a:spcPct val="81800"/>
              </a:lnSpc>
              <a:spcBef>
                <a:spcPts val="259"/>
              </a:spcBef>
            </a:pPr>
            <a:r>
              <a:rPr sz="550" spc="195" dirty="0">
                <a:solidFill>
                  <a:srgbClr val="4B4469"/>
                </a:solidFill>
                <a:latin typeface="Times New Roman"/>
                <a:cs typeface="Times New Roman"/>
              </a:rPr>
              <a:t>Azure�Or•f•M </a:t>
            </a:r>
            <a:r>
              <a:rPr sz="400" spc="110" dirty="0">
                <a:solidFill>
                  <a:srgbClr val="756995"/>
                </a:solidFill>
                <a:latin typeface="Times New Roman"/>
                <a:cs typeface="Times New Roman"/>
              </a:rPr>
              <a:t>V,w,1�P«)Ci1$$ed</a:t>
            </a:r>
            <a:r>
              <a:rPr sz="400" spc="-20" dirty="0">
                <a:solidFill>
                  <a:srgbClr val="756995"/>
                </a:solidFill>
                <a:latin typeface="Times New Roman"/>
                <a:cs typeface="Times New Roman"/>
              </a:rPr>
              <a:t> </a:t>
            </a:r>
            <a:r>
              <a:rPr sz="500" spc="-10" dirty="0">
                <a:solidFill>
                  <a:srgbClr val="756995"/>
                </a:solidFill>
                <a:latin typeface="Times New Roman"/>
                <a:cs typeface="Times New Roman"/>
              </a:rPr>
              <a:t>i\llomrft.ry</a:t>
            </a:r>
            <a:r>
              <a:rPr sz="500" spc="25" dirty="0">
                <a:solidFill>
                  <a:srgbClr val="756995"/>
                </a:solidFill>
                <a:latin typeface="Times New Roman"/>
                <a:cs typeface="Times New Roman"/>
              </a:rPr>
              <a:t> </a:t>
            </a:r>
            <a:r>
              <a:rPr sz="400" dirty="0">
                <a:solidFill>
                  <a:srgbClr val="4B4469"/>
                </a:solidFill>
                <a:latin typeface="Times New Roman"/>
                <a:cs typeface="Times New Roman"/>
              </a:rPr>
              <a:t>d</a:t>
            </a:r>
            <a:r>
              <a:rPr sz="400" dirty="0">
                <a:solidFill>
                  <a:srgbClr val="756995"/>
                </a:solidFill>
                <a:latin typeface="Times New Roman"/>
                <a:cs typeface="Times New Roman"/>
              </a:rPr>
              <a:t>o)</a:t>
            </a:r>
            <a:r>
              <a:rPr sz="400" dirty="0">
                <a:solidFill>
                  <a:srgbClr val="4B4469"/>
                </a:solidFill>
                <a:latin typeface="Times New Roman"/>
                <a:cs typeface="Times New Roman"/>
              </a:rPr>
              <a:t>lil</a:t>
            </a:r>
            <a:r>
              <a:rPr sz="400" spc="210" dirty="0">
                <a:solidFill>
                  <a:srgbClr val="4B4469"/>
                </a:solidFill>
                <a:latin typeface="Times New Roman"/>
                <a:cs typeface="Times New Roman"/>
              </a:rPr>
              <a:t> </a:t>
            </a:r>
            <a:r>
              <a:rPr sz="650" spc="-30" dirty="0">
                <a:solidFill>
                  <a:srgbClr val="756995"/>
                </a:solidFill>
                <a:latin typeface="Times New Roman"/>
                <a:cs typeface="Times New Roman"/>
              </a:rPr>
              <a:t>fot</a:t>
            </a:r>
            <a:r>
              <a:rPr sz="650" spc="500" dirty="0">
                <a:solidFill>
                  <a:srgbClr val="756995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756995"/>
                </a:solidFill>
                <a:latin typeface="Arial"/>
                <a:cs typeface="Arial"/>
              </a:rPr>
              <a:t>roal--</a:t>
            </a:r>
            <a:r>
              <a:rPr sz="500" spc="-10" dirty="0">
                <a:solidFill>
                  <a:srgbClr val="756995"/>
                </a:solidFill>
                <a:latin typeface="Arial"/>
                <a:cs typeface="Arial"/>
              </a:rPr>
              <a:t>tim�</a:t>
            </a:r>
            <a:r>
              <a:rPr sz="550" spc="-10" dirty="0">
                <a:solidFill>
                  <a:srgbClr val="756995"/>
                </a:solidFill>
                <a:latin typeface="Times New Roman"/>
                <a:cs typeface="Times New Roman"/>
              </a:rPr>
              <a:t>in,igt'!</a:t>
            </a:r>
            <a:r>
              <a:rPr sz="550" spc="-10" dirty="0">
                <a:solidFill>
                  <a:srgbClr val="4B4469"/>
                </a:solidFill>
                <a:latin typeface="Times New Roman"/>
                <a:cs typeface="Times New Roman"/>
              </a:rPr>
              <a:t>t</a:t>
            </a:r>
            <a:r>
              <a:rPr sz="550" spc="-10" dirty="0">
                <a:solidFill>
                  <a:srgbClr val="897CAA"/>
                </a:solidFill>
                <a:latin typeface="Times New Roman"/>
                <a:cs typeface="Times New Roman"/>
              </a:rPr>
              <a:t>i.,</a:t>
            </a:r>
            <a:endParaRPr sz="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58581"/>
            <a:ext cx="157308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4664" y="1842831"/>
            <a:ext cx="1447239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0558" y="1842831"/>
            <a:ext cx="1274200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93413" y="1858581"/>
            <a:ext cx="361810" cy="566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18147" y="1842831"/>
            <a:ext cx="818005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72115" y="1842831"/>
            <a:ext cx="1400047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35086" y="1858581"/>
            <a:ext cx="456195" cy="5669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74295" y="6772568"/>
            <a:ext cx="251693" cy="47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78891" y="6772568"/>
            <a:ext cx="251693" cy="47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15967" y="7245067"/>
            <a:ext cx="314617" cy="787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23857" y="6032320"/>
            <a:ext cx="440464" cy="7874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29234" y="346582"/>
            <a:ext cx="0" cy="1173480"/>
          </a:xfrm>
          <a:custGeom>
            <a:avLst/>
            <a:gdLst/>
            <a:ahLst/>
            <a:cxnLst/>
            <a:rect l="l" t="t" r="r" b="b"/>
            <a:pathLst>
              <a:path h="1173480">
                <a:moveTo>
                  <a:pt x="0" y="1173372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1160" y="8032563"/>
            <a:ext cx="0" cy="850900"/>
          </a:xfrm>
          <a:custGeom>
            <a:avLst/>
            <a:gdLst/>
            <a:ahLst/>
            <a:cxnLst/>
            <a:rect l="l" t="t" r="r" b="b"/>
            <a:pathLst>
              <a:path h="850900">
                <a:moveTo>
                  <a:pt x="0" y="8504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83225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49583" y="7394690"/>
            <a:ext cx="0" cy="346710"/>
          </a:xfrm>
          <a:custGeom>
            <a:avLst/>
            <a:gdLst/>
            <a:ahLst/>
            <a:cxnLst/>
            <a:rect l="l" t="t" r="r" b="b"/>
            <a:pathLst>
              <a:path h="346709">
                <a:moveTo>
                  <a:pt x="0" y="3464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63086" y="7394690"/>
            <a:ext cx="0" cy="346710"/>
          </a:xfrm>
          <a:custGeom>
            <a:avLst/>
            <a:gdLst/>
            <a:ahLst/>
            <a:cxnLst/>
            <a:rect l="l" t="t" r="r" b="b"/>
            <a:pathLst>
              <a:path h="346709">
                <a:moveTo>
                  <a:pt x="0" y="3464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62043" y="6260693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27562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668795" y="6024443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259874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75547" y="6260693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27562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431741" y="8024688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86624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8192742" y="330832"/>
            <a:ext cx="1306195" cy="882015"/>
            <a:chOff x="18192742" y="330832"/>
            <a:chExt cx="1306195" cy="882015"/>
          </a:xfrm>
        </p:grpSpPr>
        <p:sp>
          <p:nvSpPr>
            <p:cNvPr id="23" name="object 23"/>
            <p:cNvSpPr/>
            <p:nvPr/>
          </p:nvSpPr>
          <p:spPr>
            <a:xfrm>
              <a:off x="18216338" y="330832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h="882015">
                  <a:moveTo>
                    <a:pt x="0" y="881997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192742" y="1197080"/>
              <a:ext cx="1306195" cy="0"/>
            </a:xfrm>
            <a:custGeom>
              <a:avLst/>
              <a:gdLst/>
              <a:ahLst/>
              <a:cxnLst/>
              <a:rect l="l" t="t" r="r" b="b"/>
              <a:pathLst>
                <a:path w="1306194">
                  <a:moveTo>
                    <a:pt x="0" y="0"/>
                  </a:moveTo>
                  <a:lnTo>
                    <a:pt x="1305661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05638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25987" y="7725439"/>
            <a:ext cx="645160" cy="0"/>
          </a:xfrm>
          <a:custGeom>
            <a:avLst/>
            <a:gdLst/>
            <a:ahLst/>
            <a:cxnLst/>
            <a:rect l="l" t="t" r="r" b="b"/>
            <a:pathLst>
              <a:path w="645160">
                <a:moveTo>
                  <a:pt x="0" y="0"/>
                </a:moveTo>
                <a:lnTo>
                  <a:pt x="64496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36196" y="8875186"/>
            <a:ext cx="1211580" cy="0"/>
          </a:xfrm>
          <a:custGeom>
            <a:avLst/>
            <a:gdLst/>
            <a:ahLst/>
            <a:cxnLst/>
            <a:rect l="l" t="t" r="r" b="b"/>
            <a:pathLst>
              <a:path w="1211579">
                <a:moveTo>
                  <a:pt x="0" y="0"/>
                </a:moveTo>
                <a:lnTo>
                  <a:pt x="1211276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31601" y="8875186"/>
            <a:ext cx="1195705" cy="0"/>
          </a:xfrm>
          <a:custGeom>
            <a:avLst/>
            <a:gdLst/>
            <a:ahLst/>
            <a:cxnLst/>
            <a:rect l="l" t="t" r="r" b="b"/>
            <a:pathLst>
              <a:path w="1195704">
                <a:moveTo>
                  <a:pt x="0" y="0"/>
                </a:moveTo>
                <a:lnTo>
                  <a:pt x="119554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85429" y="8875186"/>
            <a:ext cx="1211580" cy="0"/>
          </a:xfrm>
          <a:custGeom>
            <a:avLst/>
            <a:gdLst/>
            <a:ahLst/>
            <a:cxnLst/>
            <a:rect l="l" t="t" r="r" b="b"/>
            <a:pathLst>
              <a:path w="1211580">
                <a:moveTo>
                  <a:pt x="0" y="0"/>
                </a:moveTo>
                <a:lnTo>
                  <a:pt x="1211276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87680" y="5685819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5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87680" y="5677944"/>
            <a:ext cx="629285" cy="339090"/>
          </a:xfrm>
          <a:custGeom>
            <a:avLst/>
            <a:gdLst/>
            <a:ahLst/>
            <a:cxnLst/>
            <a:rect l="l" t="t" r="r" b="b"/>
            <a:pathLst>
              <a:path w="629285" h="339089">
                <a:moveTo>
                  <a:pt x="0" y="330749"/>
                </a:moveTo>
                <a:lnTo>
                  <a:pt x="629234" y="330749"/>
                </a:lnTo>
              </a:path>
              <a:path w="629285" h="339089">
                <a:moveTo>
                  <a:pt x="0" y="338624"/>
                </a:moveTo>
                <a:lnTo>
                  <a:pt x="0" y="0"/>
                </a:lnTo>
              </a:path>
              <a:path w="629285" h="339089">
                <a:moveTo>
                  <a:pt x="621369" y="338624"/>
                </a:moveTo>
                <a:lnTo>
                  <a:pt x="621369" y="0"/>
                </a:lnTo>
              </a:path>
            </a:pathLst>
          </a:custGeom>
          <a:ln w="7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1187680" y="6008693"/>
            <a:ext cx="621665" cy="244475"/>
            <a:chOff x="1187680" y="6008693"/>
            <a:chExt cx="621665" cy="244475"/>
          </a:xfrm>
        </p:grpSpPr>
        <p:sp>
          <p:nvSpPr>
            <p:cNvPr id="33" name="object 33"/>
            <p:cNvSpPr/>
            <p:nvPr/>
          </p:nvSpPr>
          <p:spPr>
            <a:xfrm>
              <a:off x="1187680" y="6244943"/>
              <a:ext cx="621665" cy="0"/>
            </a:xfrm>
            <a:custGeom>
              <a:avLst/>
              <a:gdLst/>
              <a:ahLst/>
              <a:cxnLst/>
              <a:rect l="l" t="t" r="r" b="b"/>
              <a:pathLst>
                <a:path w="621664">
                  <a:moveTo>
                    <a:pt x="0" y="0"/>
                  </a:moveTo>
                  <a:lnTo>
                    <a:pt x="621369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02297" y="6008693"/>
              <a:ext cx="0" cy="244475"/>
            </a:xfrm>
            <a:custGeom>
              <a:avLst/>
              <a:gdLst/>
              <a:ahLst/>
              <a:cxnLst/>
              <a:rect l="l" t="t" r="r" b="b"/>
              <a:pathLst>
                <a:path h="244475">
                  <a:moveTo>
                    <a:pt x="0" y="244124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1183747" y="6237068"/>
            <a:ext cx="633730" cy="504190"/>
            <a:chOff x="1183747" y="6237068"/>
            <a:chExt cx="633730" cy="504190"/>
          </a:xfrm>
        </p:grpSpPr>
        <p:sp>
          <p:nvSpPr>
            <p:cNvPr id="36" name="object 36"/>
            <p:cNvSpPr/>
            <p:nvPr/>
          </p:nvSpPr>
          <p:spPr>
            <a:xfrm>
              <a:off x="1187680" y="6575692"/>
              <a:ext cx="629285" cy="0"/>
            </a:xfrm>
            <a:custGeom>
              <a:avLst/>
              <a:gdLst/>
              <a:ahLst/>
              <a:cxnLst/>
              <a:rect l="l" t="t" r="r" b="b"/>
              <a:pathLst>
                <a:path w="629285">
                  <a:moveTo>
                    <a:pt x="0" y="0"/>
                  </a:moveTo>
                  <a:lnTo>
                    <a:pt x="629234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87680" y="6237068"/>
              <a:ext cx="621665" cy="346710"/>
            </a:xfrm>
            <a:custGeom>
              <a:avLst/>
              <a:gdLst/>
              <a:ahLst/>
              <a:cxnLst/>
              <a:rect l="l" t="t" r="r" b="b"/>
              <a:pathLst>
                <a:path w="621664" h="346709">
                  <a:moveTo>
                    <a:pt x="0" y="346499"/>
                  </a:moveTo>
                  <a:lnTo>
                    <a:pt x="0" y="0"/>
                  </a:lnTo>
                </a:path>
                <a:path w="621664" h="346709">
                  <a:moveTo>
                    <a:pt x="621369" y="346499"/>
                  </a:moveTo>
                  <a:lnTo>
                    <a:pt x="621369" y="0"/>
                  </a:lnTo>
                </a:path>
              </a:pathLst>
            </a:custGeom>
            <a:ln w="7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02297" y="6567817"/>
              <a:ext cx="0" cy="173355"/>
            </a:xfrm>
            <a:custGeom>
              <a:avLst/>
              <a:gdLst/>
              <a:ahLst/>
              <a:cxnLst/>
              <a:rect l="l" t="t" r="r" b="b"/>
              <a:pathLst>
                <a:path h="173354">
                  <a:moveTo>
                    <a:pt x="0" y="173249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2037146" y="6741066"/>
            <a:ext cx="236220" cy="0"/>
          </a:xfrm>
          <a:custGeom>
            <a:avLst/>
            <a:gdLst/>
            <a:ahLst/>
            <a:cxnLst/>
            <a:rect l="l" t="t" r="r" b="b"/>
            <a:pathLst>
              <a:path w="236219">
                <a:moveTo>
                  <a:pt x="0" y="0"/>
                </a:moveTo>
                <a:lnTo>
                  <a:pt x="235962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1187680" y="6741066"/>
            <a:ext cx="621665" cy="102870"/>
            <a:chOff x="1187680" y="6741066"/>
            <a:chExt cx="621665" cy="102870"/>
          </a:xfrm>
        </p:grpSpPr>
        <p:sp>
          <p:nvSpPr>
            <p:cNvPr id="41" name="object 41"/>
            <p:cNvSpPr/>
            <p:nvPr/>
          </p:nvSpPr>
          <p:spPr>
            <a:xfrm>
              <a:off x="1187680" y="6835566"/>
              <a:ext cx="621665" cy="0"/>
            </a:xfrm>
            <a:custGeom>
              <a:avLst/>
              <a:gdLst/>
              <a:ahLst/>
              <a:cxnLst/>
              <a:rect l="l" t="t" r="r" b="b"/>
              <a:pathLst>
                <a:path w="621664">
                  <a:moveTo>
                    <a:pt x="0" y="0"/>
                  </a:moveTo>
                  <a:lnTo>
                    <a:pt x="621369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02297" y="6741066"/>
              <a:ext cx="0" cy="102870"/>
            </a:xfrm>
            <a:custGeom>
              <a:avLst/>
              <a:gdLst/>
              <a:ahLst/>
              <a:cxnLst/>
              <a:rect l="l" t="t" r="r" b="b"/>
              <a:pathLst>
                <a:path h="102870">
                  <a:moveTo>
                    <a:pt x="0" y="102374"/>
                  </a:moveTo>
                  <a:lnTo>
                    <a:pt x="0" y="0"/>
                  </a:lnTo>
                </a:path>
              </a:pathLst>
            </a:custGeom>
            <a:ln w="23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2037146" y="6741066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87680" y="6827691"/>
            <a:ext cx="0" cy="339090"/>
          </a:xfrm>
          <a:custGeom>
            <a:avLst/>
            <a:gdLst/>
            <a:ahLst/>
            <a:cxnLst/>
            <a:rect l="l" t="t" r="r" b="b"/>
            <a:pathLst>
              <a:path h="339090">
                <a:moveTo>
                  <a:pt x="0" y="33862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1805116" y="6827691"/>
            <a:ext cx="240029" cy="339090"/>
            <a:chOff x="1805116" y="6827691"/>
            <a:chExt cx="240029" cy="339090"/>
          </a:xfrm>
        </p:grpSpPr>
        <p:sp>
          <p:nvSpPr>
            <p:cNvPr id="46" name="object 46"/>
            <p:cNvSpPr/>
            <p:nvPr/>
          </p:nvSpPr>
          <p:spPr>
            <a:xfrm>
              <a:off x="1809049" y="6827691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90">
                  <a:moveTo>
                    <a:pt x="0" y="338624"/>
                  </a:moveTo>
                  <a:lnTo>
                    <a:pt x="0" y="0"/>
                  </a:lnTo>
                </a:path>
              </a:pathLst>
            </a:custGeom>
            <a:ln w="7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809049" y="6993066"/>
              <a:ext cx="236220" cy="0"/>
            </a:xfrm>
            <a:custGeom>
              <a:avLst/>
              <a:gdLst/>
              <a:ahLst/>
              <a:cxnLst/>
              <a:rect l="l" t="t" r="r" b="b"/>
              <a:pathLst>
                <a:path w="236219">
                  <a:moveTo>
                    <a:pt x="0" y="0"/>
                  </a:moveTo>
                  <a:lnTo>
                    <a:pt x="235962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/>
          <p:nvPr/>
        </p:nvSpPr>
        <p:spPr>
          <a:xfrm>
            <a:off x="2265244" y="7079691"/>
            <a:ext cx="621665" cy="0"/>
          </a:xfrm>
          <a:custGeom>
            <a:avLst/>
            <a:gdLst/>
            <a:ahLst/>
            <a:cxnLst/>
            <a:rect l="l" t="t" r="r" b="b"/>
            <a:pathLst>
              <a:path w="621664">
                <a:moveTo>
                  <a:pt x="0" y="0"/>
                </a:moveTo>
                <a:lnTo>
                  <a:pt x="621369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187680" y="7158440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5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65244" y="7079691"/>
            <a:ext cx="0" cy="315595"/>
          </a:xfrm>
          <a:custGeom>
            <a:avLst/>
            <a:gdLst/>
            <a:ahLst/>
            <a:cxnLst/>
            <a:rect l="l" t="t" r="r" b="b"/>
            <a:pathLst>
              <a:path h="315595">
                <a:moveTo>
                  <a:pt x="0" y="3149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886613" y="7071816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4">
                <a:moveTo>
                  <a:pt x="0" y="33074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502297" y="7158440"/>
            <a:ext cx="0" cy="244475"/>
          </a:xfrm>
          <a:custGeom>
            <a:avLst/>
            <a:gdLst/>
            <a:ahLst/>
            <a:cxnLst/>
            <a:rect l="l" t="t" r="r" b="b"/>
            <a:pathLst>
              <a:path h="244475">
                <a:moveTo>
                  <a:pt x="0" y="244124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037146" y="7229316"/>
            <a:ext cx="236220" cy="0"/>
          </a:xfrm>
          <a:custGeom>
            <a:avLst/>
            <a:gdLst/>
            <a:ahLst/>
            <a:cxnLst/>
            <a:rect l="l" t="t" r="r" b="b"/>
            <a:pathLst>
              <a:path w="236219">
                <a:moveTo>
                  <a:pt x="0" y="0"/>
                </a:moveTo>
                <a:lnTo>
                  <a:pt x="235962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65244" y="7394690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5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338447" y="6567817"/>
            <a:ext cx="180975" cy="0"/>
          </a:xfrm>
          <a:custGeom>
            <a:avLst/>
            <a:gdLst/>
            <a:ahLst/>
            <a:cxnLst/>
            <a:rect l="l" t="t" r="r" b="b"/>
            <a:pathLst>
              <a:path w="180975">
                <a:moveTo>
                  <a:pt x="0" y="0"/>
                </a:moveTo>
                <a:lnTo>
                  <a:pt x="18090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56"/>
          <p:cNvGrpSpPr/>
          <p:nvPr/>
        </p:nvGrpSpPr>
        <p:grpSpPr>
          <a:xfrm>
            <a:off x="8435675" y="6559942"/>
            <a:ext cx="1113155" cy="669925"/>
            <a:chOff x="8435675" y="6559942"/>
            <a:chExt cx="1113155" cy="669925"/>
          </a:xfrm>
        </p:grpSpPr>
        <p:sp>
          <p:nvSpPr>
            <p:cNvPr id="57" name="object 57"/>
            <p:cNvSpPr/>
            <p:nvPr/>
          </p:nvSpPr>
          <p:spPr>
            <a:xfrm>
              <a:off x="8439607" y="6567817"/>
              <a:ext cx="480059" cy="401955"/>
            </a:xfrm>
            <a:custGeom>
              <a:avLst/>
              <a:gdLst/>
              <a:ahLst/>
              <a:cxnLst/>
              <a:rect l="l" t="t" r="r" b="b"/>
              <a:pathLst>
                <a:path w="480059" h="401954">
                  <a:moveTo>
                    <a:pt x="0" y="165374"/>
                  </a:moveTo>
                  <a:lnTo>
                    <a:pt x="479791" y="165374"/>
                  </a:lnTo>
                </a:path>
                <a:path w="480059" h="401954">
                  <a:moveTo>
                    <a:pt x="471925" y="401623"/>
                  </a:moveTo>
                  <a:lnTo>
                    <a:pt x="471925" y="0"/>
                  </a:lnTo>
                </a:path>
              </a:pathLst>
            </a:custGeom>
            <a:ln w="7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911533" y="6567817"/>
              <a:ext cx="637540" cy="0"/>
            </a:xfrm>
            <a:custGeom>
              <a:avLst/>
              <a:gdLst/>
              <a:ahLst/>
              <a:cxnLst/>
              <a:rect l="l" t="t" r="r" b="b"/>
              <a:pathLst>
                <a:path w="637540">
                  <a:moveTo>
                    <a:pt x="0" y="0"/>
                  </a:moveTo>
                  <a:lnTo>
                    <a:pt x="637099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439607" y="6559942"/>
              <a:ext cx="1109345" cy="669925"/>
            </a:xfrm>
            <a:custGeom>
              <a:avLst/>
              <a:gdLst/>
              <a:ahLst/>
              <a:cxnLst/>
              <a:rect l="l" t="t" r="r" b="b"/>
              <a:pathLst>
                <a:path w="1109345" h="669925">
                  <a:moveTo>
                    <a:pt x="1101160" y="409498"/>
                  </a:moveTo>
                  <a:lnTo>
                    <a:pt x="1101160" y="0"/>
                  </a:lnTo>
                </a:path>
                <a:path w="1109345" h="669925">
                  <a:moveTo>
                    <a:pt x="0" y="669373"/>
                  </a:moveTo>
                  <a:lnTo>
                    <a:pt x="0" y="173249"/>
                  </a:lnTo>
                </a:path>
                <a:path w="1109345" h="669925">
                  <a:moveTo>
                    <a:pt x="471925" y="291374"/>
                  </a:moveTo>
                  <a:lnTo>
                    <a:pt x="1109025" y="291374"/>
                  </a:lnTo>
                </a:path>
              </a:pathLst>
            </a:custGeom>
            <a:ln w="7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/>
          <p:nvPr/>
        </p:nvSpPr>
        <p:spPr>
          <a:xfrm>
            <a:off x="7338447" y="6851316"/>
            <a:ext cx="0" cy="378460"/>
          </a:xfrm>
          <a:custGeom>
            <a:avLst/>
            <a:gdLst/>
            <a:ahLst/>
            <a:cxnLst/>
            <a:rect l="l" t="t" r="r" b="b"/>
            <a:pathLst>
              <a:path h="378459">
                <a:moveTo>
                  <a:pt x="0" y="37799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61"/>
          <p:cNvGrpSpPr/>
          <p:nvPr/>
        </p:nvGrpSpPr>
        <p:grpSpPr>
          <a:xfrm>
            <a:off x="7955883" y="6843441"/>
            <a:ext cx="963930" cy="386080"/>
            <a:chOff x="7955883" y="6843441"/>
            <a:chExt cx="963930" cy="386080"/>
          </a:xfrm>
        </p:grpSpPr>
        <p:sp>
          <p:nvSpPr>
            <p:cNvPr id="62" name="object 62"/>
            <p:cNvSpPr/>
            <p:nvPr/>
          </p:nvSpPr>
          <p:spPr>
            <a:xfrm>
              <a:off x="7959816" y="6843441"/>
              <a:ext cx="0" cy="386080"/>
            </a:xfrm>
            <a:custGeom>
              <a:avLst/>
              <a:gdLst/>
              <a:ahLst/>
              <a:cxnLst/>
              <a:rect l="l" t="t" r="r" b="b"/>
              <a:pathLst>
                <a:path h="386079">
                  <a:moveTo>
                    <a:pt x="0" y="385874"/>
                  </a:moveTo>
                  <a:lnTo>
                    <a:pt x="0" y="0"/>
                  </a:lnTo>
                </a:path>
              </a:pathLst>
            </a:custGeom>
            <a:ln w="7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959816" y="6969441"/>
              <a:ext cx="487680" cy="0"/>
            </a:xfrm>
            <a:custGeom>
              <a:avLst/>
              <a:gdLst/>
              <a:ahLst/>
              <a:cxnLst/>
              <a:rect l="l" t="t" r="r" b="b"/>
              <a:pathLst>
                <a:path w="487679">
                  <a:moveTo>
                    <a:pt x="0" y="0"/>
                  </a:moveTo>
                  <a:lnTo>
                    <a:pt x="487656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431741" y="7126941"/>
              <a:ext cx="487680" cy="0"/>
            </a:xfrm>
            <a:custGeom>
              <a:avLst/>
              <a:gdLst/>
              <a:ahLst/>
              <a:cxnLst/>
              <a:rect l="l" t="t" r="r" b="b"/>
              <a:pathLst>
                <a:path w="487679">
                  <a:moveTo>
                    <a:pt x="0" y="0"/>
                  </a:moveTo>
                  <a:lnTo>
                    <a:pt x="487656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/>
          <p:nvPr/>
        </p:nvSpPr>
        <p:spPr>
          <a:xfrm>
            <a:off x="7519351" y="7126940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275624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338447" y="7126940"/>
            <a:ext cx="629285" cy="614680"/>
          </a:xfrm>
          <a:custGeom>
            <a:avLst/>
            <a:gdLst/>
            <a:ahLst/>
            <a:cxnLst/>
            <a:rect l="l" t="t" r="r" b="b"/>
            <a:pathLst>
              <a:path w="629284" h="614679">
                <a:moveTo>
                  <a:pt x="409002" y="275624"/>
                </a:moveTo>
                <a:lnTo>
                  <a:pt x="409002" y="0"/>
                </a:lnTo>
              </a:path>
              <a:path w="629284" h="614679">
                <a:moveTo>
                  <a:pt x="0" y="267749"/>
                </a:moveTo>
                <a:lnTo>
                  <a:pt x="416867" y="267749"/>
                </a:lnTo>
              </a:path>
              <a:path w="629284" h="614679">
                <a:moveTo>
                  <a:pt x="0" y="614248"/>
                </a:moveTo>
                <a:lnTo>
                  <a:pt x="0" y="267749"/>
                </a:lnTo>
              </a:path>
              <a:path w="629284" h="614679">
                <a:moveTo>
                  <a:pt x="0" y="606373"/>
                </a:moveTo>
                <a:lnTo>
                  <a:pt x="629234" y="606373"/>
                </a:lnTo>
              </a:path>
              <a:path w="629284" h="614679">
                <a:moveTo>
                  <a:pt x="621369" y="614248"/>
                </a:moveTo>
                <a:lnTo>
                  <a:pt x="621369" y="338624"/>
                </a:lnTo>
              </a:path>
            </a:pathLst>
          </a:custGeom>
          <a:ln w="7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48352" y="8024688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>
                <a:moveTo>
                  <a:pt x="0" y="0"/>
                </a:moveTo>
                <a:lnTo>
                  <a:pt x="92025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148352" y="8111313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>
                <a:moveTo>
                  <a:pt x="0" y="0"/>
                </a:moveTo>
                <a:lnTo>
                  <a:pt x="92025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318121" y="8111313"/>
            <a:ext cx="991235" cy="0"/>
          </a:xfrm>
          <a:custGeom>
            <a:avLst/>
            <a:gdLst/>
            <a:ahLst/>
            <a:cxnLst/>
            <a:rect l="l" t="t" r="r" b="b"/>
            <a:pathLst>
              <a:path w="991235">
                <a:moveTo>
                  <a:pt x="0" y="0"/>
                </a:moveTo>
                <a:lnTo>
                  <a:pt x="99104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456428" y="8111313"/>
            <a:ext cx="889000" cy="0"/>
          </a:xfrm>
          <a:custGeom>
            <a:avLst/>
            <a:gdLst/>
            <a:ahLst/>
            <a:cxnLst/>
            <a:rect l="l" t="t" r="r" b="b"/>
            <a:pathLst>
              <a:path w="889000">
                <a:moveTo>
                  <a:pt x="0" y="0"/>
                </a:moveTo>
                <a:lnTo>
                  <a:pt x="88879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148352" y="8473562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>
                <a:moveTo>
                  <a:pt x="0" y="0"/>
                </a:moveTo>
                <a:lnTo>
                  <a:pt x="92025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305661" y="8394813"/>
            <a:ext cx="763270" cy="0"/>
          </a:xfrm>
          <a:custGeom>
            <a:avLst/>
            <a:gdLst/>
            <a:ahLst/>
            <a:cxnLst/>
            <a:rect l="l" t="t" r="r" b="b"/>
            <a:pathLst>
              <a:path w="763269">
                <a:moveTo>
                  <a:pt x="0" y="0"/>
                </a:moveTo>
                <a:lnTo>
                  <a:pt x="762946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3" name="object 73"/>
          <p:cNvGrpSpPr/>
          <p:nvPr/>
        </p:nvGrpSpPr>
        <p:grpSpPr>
          <a:xfrm>
            <a:off x="4314188" y="8111313"/>
            <a:ext cx="1003300" cy="291465"/>
            <a:chOff x="4314188" y="8111313"/>
            <a:chExt cx="1003300" cy="291465"/>
          </a:xfrm>
        </p:grpSpPr>
        <p:sp>
          <p:nvSpPr>
            <p:cNvPr id="74" name="object 74"/>
            <p:cNvSpPr/>
            <p:nvPr/>
          </p:nvSpPr>
          <p:spPr>
            <a:xfrm>
              <a:off x="4318121" y="8111313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5">
                  <a:moveTo>
                    <a:pt x="0" y="283499"/>
                  </a:moveTo>
                  <a:lnTo>
                    <a:pt x="0" y="0"/>
                  </a:lnTo>
                </a:path>
              </a:pathLst>
            </a:custGeom>
            <a:ln w="7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318121" y="8394812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89">
                  <a:moveTo>
                    <a:pt x="0" y="0"/>
                  </a:moveTo>
                  <a:lnTo>
                    <a:pt x="998909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309166" y="8111313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h="291465">
                  <a:moveTo>
                    <a:pt x="0" y="291374"/>
                  </a:moveTo>
                  <a:lnTo>
                    <a:pt x="0" y="0"/>
                  </a:lnTo>
                </a:path>
              </a:pathLst>
            </a:custGeom>
            <a:ln w="7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/>
          <p:nvPr/>
        </p:nvSpPr>
        <p:spPr>
          <a:xfrm>
            <a:off x="7456428" y="8394813"/>
            <a:ext cx="889000" cy="0"/>
          </a:xfrm>
          <a:custGeom>
            <a:avLst/>
            <a:gdLst/>
            <a:ahLst/>
            <a:cxnLst/>
            <a:rect l="l" t="t" r="r" b="b"/>
            <a:pathLst>
              <a:path w="889000">
                <a:moveTo>
                  <a:pt x="0" y="0"/>
                </a:moveTo>
                <a:lnTo>
                  <a:pt x="88879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318121" y="8473562"/>
            <a:ext cx="991235" cy="0"/>
          </a:xfrm>
          <a:custGeom>
            <a:avLst/>
            <a:gdLst/>
            <a:ahLst/>
            <a:cxnLst/>
            <a:rect l="l" t="t" r="r" b="b"/>
            <a:pathLst>
              <a:path w="991235">
                <a:moveTo>
                  <a:pt x="0" y="0"/>
                </a:moveTo>
                <a:lnTo>
                  <a:pt x="99104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148352" y="8772811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>
                <a:moveTo>
                  <a:pt x="0" y="0"/>
                </a:moveTo>
                <a:lnTo>
                  <a:pt x="92025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318121" y="8772811"/>
            <a:ext cx="889000" cy="0"/>
          </a:xfrm>
          <a:custGeom>
            <a:avLst/>
            <a:gdLst/>
            <a:ahLst/>
            <a:cxnLst/>
            <a:rect l="l" t="t" r="r" b="b"/>
            <a:pathLst>
              <a:path w="889000">
                <a:moveTo>
                  <a:pt x="0" y="0"/>
                </a:moveTo>
                <a:lnTo>
                  <a:pt x="88879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456428" y="8772811"/>
            <a:ext cx="889000" cy="0"/>
          </a:xfrm>
          <a:custGeom>
            <a:avLst/>
            <a:gdLst/>
            <a:ahLst/>
            <a:cxnLst/>
            <a:rect l="l" t="t" r="r" b="b"/>
            <a:pathLst>
              <a:path w="889000">
                <a:moveTo>
                  <a:pt x="0" y="0"/>
                </a:moveTo>
                <a:lnTo>
                  <a:pt x="88879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37099" y="759131"/>
            <a:ext cx="1742439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20"/>
              </a:spcBef>
            </a:pPr>
            <a:r>
              <a:rPr sz="1900" b="1" dirty="0">
                <a:solidFill>
                  <a:srgbClr val="979797"/>
                </a:solidFill>
                <a:latin typeface="Times New Roman"/>
                <a:cs typeface="Times New Roman"/>
              </a:rPr>
              <a:t>600</a:t>
            </a:r>
            <a:r>
              <a:rPr sz="1900" b="1" spc="470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1050" b="1" dirty="0">
                <a:solidFill>
                  <a:srgbClr val="979797"/>
                </a:solidFill>
                <a:latin typeface="Arial"/>
                <a:cs typeface="Arial"/>
              </a:rPr>
              <a:t>X</a:t>
            </a:r>
            <a:r>
              <a:rPr sz="1050" b="1" spc="420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979797"/>
                </a:solidFill>
                <a:latin typeface="Times New Roman"/>
                <a:cs typeface="Times New Roman"/>
              </a:rPr>
              <a:t>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79797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79797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052594" y="4389499"/>
            <a:ext cx="2840355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54025" algn="l"/>
              </a:tabLst>
            </a:pPr>
            <a:r>
              <a:rPr sz="2400" spc="229" dirty="0">
                <a:solidFill>
                  <a:srgbClr val="AFB1B6"/>
                </a:solidFill>
                <a:latin typeface="Arial"/>
                <a:cs typeface="Arial"/>
              </a:rPr>
              <a:t>§</a:t>
            </a:r>
            <a:r>
              <a:rPr sz="2400" dirty="0">
                <a:solidFill>
                  <a:srgbClr val="AFB1B6"/>
                </a:solidFill>
                <a:latin typeface="Arial"/>
                <a:cs typeface="Arial"/>
              </a:rPr>
              <a:t>	</a:t>
            </a:r>
            <a:r>
              <a:rPr sz="1950" dirty="0">
                <a:solidFill>
                  <a:srgbClr val="808285"/>
                </a:solidFill>
                <a:latin typeface="Arial"/>
                <a:cs typeface="Arial"/>
              </a:rPr>
              <a:t>Design</a:t>
            </a:r>
            <a:r>
              <a:rPr sz="1950" spc="170" dirty="0">
                <a:solidFill>
                  <a:srgbClr val="808285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808285"/>
                </a:solidFill>
                <a:latin typeface="Arial"/>
                <a:cs typeface="Arial"/>
              </a:rPr>
              <a:t>Query</a:t>
            </a:r>
            <a:r>
              <a:rPr sz="1950" spc="204" dirty="0">
                <a:solidFill>
                  <a:srgbClr val="808285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808285"/>
                </a:solidFill>
                <a:latin typeface="Arial"/>
                <a:cs typeface="Arial"/>
              </a:rPr>
              <a:t>Cache</a:t>
            </a:r>
            <a:endParaRPr sz="19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410451" y="4313900"/>
            <a:ext cx="227965" cy="1726564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4450" spc="-50" dirty="0">
                <a:solidFill>
                  <a:srgbClr val="AC2A2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4450" spc="-50" dirty="0">
                <a:solidFill>
                  <a:srgbClr val="AC2A2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30492" y="5121873"/>
            <a:ext cx="161671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300" dirty="0">
                <a:solidFill>
                  <a:srgbClr val="505050"/>
                </a:solidFill>
                <a:latin typeface="Arial"/>
                <a:cs typeface="Arial"/>
              </a:rPr>
              <a:t>Ea</a:t>
            </a:r>
            <a:r>
              <a:rPr sz="1850" spc="25" dirty="0">
                <a:solidFill>
                  <a:srgbClr val="505050"/>
                </a:solidFill>
                <a:latin typeface="Arial"/>
                <a:cs typeface="Arial"/>
              </a:rPr>
              <a:t>  </a:t>
            </a: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High</a:t>
            </a:r>
            <a:r>
              <a:rPr sz="1250" dirty="0">
                <a:solidFill>
                  <a:srgbClr val="383D44"/>
                </a:solidFill>
                <a:latin typeface="Arial"/>
                <a:cs typeface="Arial"/>
              </a:rPr>
              <a:t>-</a:t>
            </a: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leve</a:t>
            </a:r>
            <a:r>
              <a:rPr sz="1250" dirty="0">
                <a:solidFill>
                  <a:srgbClr val="383D44"/>
                </a:solidFill>
                <a:latin typeface="Arial"/>
                <a:cs typeface="Arial"/>
              </a:rPr>
              <a:t>l</a:t>
            </a:r>
            <a:r>
              <a:rPr sz="1250" spc="-60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1A1A1A"/>
                </a:solidFill>
                <a:latin typeface="Arial"/>
                <a:cs typeface="Arial"/>
              </a:rPr>
              <a:t>des</a:t>
            </a:r>
            <a:r>
              <a:rPr sz="1250" spc="-10" dirty="0">
                <a:solidFill>
                  <a:srgbClr val="383D44"/>
                </a:solidFill>
                <a:latin typeface="Arial"/>
                <a:cs typeface="Arial"/>
              </a:rPr>
              <a:t>i</a:t>
            </a:r>
            <a:r>
              <a:rPr sz="1250" spc="-10" dirty="0">
                <a:solidFill>
                  <a:srgbClr val="1A1A1A"/>
                </a:solidFill>
                <a:latin typeface="Arial"/>
                <a:cs typeface="Arial"/>
              </a:rPr>
              <a:t>gn</a:t>
            </a:r>
            <a:endParaRPr sz="12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191612" y="5787308"/>
            <a:ext cx="61404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0"/>
              </a:spcBef>
            </a:pPr>
            <a:r>
              <a:rPr sz="650" spc="-10" dirty="0">
                <a:solidFill>
                  <a:srgbClr val="676769"/>
                </a:solidFill>
                <a:latin typeface="Times New Roman"/>
                <a:cs typeface="Times New Roman"/>
              </a:rPr>
              <a:t>Clienl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191612" y="6358244"/>
            <a:ext cx="61404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676769"/>
                </a:solidFill>
                <a:latin typeface="Arial"/>
                <a:cs typeface="Arial"/>
              </a:rPr>
              <a:t>We</a:t>
            </a:r>
            <a:r>
              <a:rPr sz="550" dirty="0">
                <a:solidFill>
                  <a:srgbClr val="383D44"/>
                </a:solidFill>
                <a:latin typeface="Arial"/>
                <a:cs typeface="Arial"/>
              </a:rPr>
              <a:t>b</a:t>
            </a:r>
            <a:r>
              <a:rPr sz="550" spc="55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Se</a:t>
            </a:r>
            <a:r>
              <a:rPr sz="550" spc="-10" dirty="0">
                <a:solidFill>
                  <a:srgbClr val="383D44"/>
                </a:solidFill>
                <a:latin typeface="Arial"/>
                <a:cs typeface="Arial"/>
              </a:rPr>
              <a:t>r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ver</a:t>
            </a:r>
            <a:endParaRPr sz="5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265244" y="6575692"/>
            <a:ext cx="621665" cy="323215"/>
          </a:xfrm>
          <a:prstGeom prst="rect">
            <a:avLst/>
          </a:prstGeom>
          <a:ln w="7865">
            <a:solidFill>
              <a:srgbClr val="00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565"/>
              </a:spcBef>
            </a:pPr>
            <a:r>
              <a:rPr sz="550" dirty="0">
                <a:solidFill>
                  <a:srgbClr val="676769"/>
                </a:solidFill>
                <a:latin typeface="Times New Roman"/>
                <a:cs typeface="Times New Roman"/>
              </a:rPr>
              <a:t>t</a:t>
            </a:r>
            <a:r>
              <a:rPr sz="550" dirty="0">
                <a:solidFill>
                  <a:srgbClr val="383D44"/>
                </a:solidFill>
                <a:latin typeface="Times New Roman"/>
                <a:cs typeface="Times New Roman"/>
              </a:rPr>
              <a:t>n</a:t>
            </a:r>
            <a:r>
              <a:rPr sz="550" dirty="0">
                <a:solidFill>
                  <a:srgbClr val="676769"/>
                </a:solidFill>
                <a:latin typeface="Times New Roman"/>
                <a:cs typeface="Times New Roman"/>
              </a:rPr>
              <a:t>"9rted</a:t>
            </a:r>
            <a:r>
              <a:rPr sz="550" spc="200" dirty="0">
                <a:solidFill>
                  <a:srgbClr val="676769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808285"/>
                </a:solidFill>
                <a:latin typeface="Times New Roman"/>
                <a:cs typeface="Times New Roman"/>
              </a:rPr>
              <a:t>In</a:t>
            </a:r>
            <a:r>
              <a:rPr sz="550" spc="-10" dirty="0">
                <a:solidFill>
                  <a:srgbClr val="676769"/>
                </a:solidFill>
                <a:latin typeface="Times New Roman"/>
                <a:cs typeface="Times New Roman"/>
              </a:rPr>
              <a:t>dex</a:t>
            </a:r>
            <a:endParaRPr sz="550">
              <a:latin typeface="Times New Roman"/>
              <a:cs typeface="Times New Roman"/>
            </a:endParaRPr>
          </a:p>
          <a:p>
            <a:pPr marL="48895" algn="ctr">
              <a:lnSpc>
                <a:spcPct val="100000"/>
              </a:lnSpc>
              <a:spcBef>
                <a:spcPts val="45"/>
              </a:spcBef>
            </a:pPr>
            <a:r>
              <a:rPr sz="650" spc="-10" dirty="0">
                <a:solidFill>
                  <a:srgbClr val="676769"/>
                </a:solidFill>
                <a:latin typeface="Arial"/>
                <a:cs typeface="Arial"/>
              </a:rPr>
              <a:t>Service</a:t>
            </a:r>
            <a:endParaRPr sz="65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191612" y="6940993"/>
            <a:ext cx="61404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676769"/>
                </a:solidFill>
                <a:latin typeface="Arial"/>
                <a:cs typeface="Arial"/>
              </a:rPr>
              <a:t>Que</a:t>
            </a:r>
            <a:r>
              <a:rPr sz="550" dirty="0">
                <a:solidFill>
                  <a:srgbClr val="383D44"/>
                </a:solidFill>
                <a:latin typeface="Arial"/>
                <a:cs typeface="Arial"/>
              </a:rPr>
              <a:t>r</a:t>
            </a:r>
            <a:r>
              <a:rPr sz="550" dirty="0">
                <a:solidFill>
                  <a:srgbClr val="676769"/>
                </a:solidFill>
                <a:latin typeface="Arial"/>
                <a:cs typeface="Arial"/>
              </a:rPr>
              <a:t>y</a:t>
            </a:r>
            <a:r>
              <a:rPr sz="550" spc="100" dirty="0">
                <a:solidFill>
                  <a:srgbClr val="676769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76769"/>
                </a:solidFill>
                <a:latin typeface="Arial"/>
                <a:cs typeface="Arial"/>
              </a:rPr>
              <a:t>API</a:t>
            </a:r>
            <a:endParaRPr sz="5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172486" y="7220555"/>
            <a:ext cx="34925" cy="77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50" spc="-50" dirty="0">
                <a:solidFill>
                  <a:srgbClr val="676769"/>
                </a:solidFill>
                <a:latin typeface="Times New Roman"/>
                <a:cs typeface="Times New Roman"/>
              </a:rPr>
              <a:t>,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269176" y="7122117"/>
            <a:ext cx="614045" cy="2241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20"/>
              </a:spcBef>
            </a:pP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OoourtMtnt</a:t>
            </a:r>
            <a:endParaRPr sz="600">
              <a:latin typeface="Arial"/>
              <a:cs typeface="Arial"/>
            </a:endParaRPr>
          </a:p>
          <a:p>
            <a:pPr marL="203835">
              <a:lnSpc>
                <a:spcPct val="100000"/>
              </a:lnSpc>
              <a:spcBef>
                <a:spcPts val="35"/>
              </a:spcBef>
            </a:pPr>
            <a:r>
              <a:rPr sz="650" spc="-10" dirty="0">
                <a:solidFill>
                  <a:srgbClr val="676769"/>
                </a:solidFill>
                <a:latin typeface="Arial"/>
                <a:cs typeface="Arial"/>
              </a:rPr>
              <a:t>Se</a:t>
            </a:r>
            <a:r>
              <a:rPr sz="650" spc="-10" dirty="0">
                <a:solidFill>
                  <a:srgbClr val="383D44"/>
                </a:solidFill>
                <a:latin typeface="Arial"/>
                <a:cs typeface="Arial"/>
              </a:rPr>
              <a:t>r</a:t>
            </a:r>
            <a:r>
              <a:rPr sz="650" spc="-10" dirty="0">
                <a:solidFill>
                  <a:srgbClr val="676769"/>
                </a:solidFill>
                <a:latin typeface="Arial"/>
                <a:cs typeface="Arial"/>
              </a:rPr>
              <a:t>...loe</a:t>
            </a:r>
            <a:endParaRPr sz="6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187680" y="7394690"/>
            <a:ext cx="621665" cy="323215"/>
          </a:xfrm>
          <a:prstGeom prst="rect">
            <a:avLst/>
          </a:prstGeom>
          <a:ln w="786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6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600" spc="-10" dirty="0">
                <a:solidFill>
                  <a:srgbClr val="505050"/>
                </a:solidFill>
                <a:latin typeface="Arial"/>
                <a:cs typeface="Arial"/>
              </a:rPr>
              <a:t>MemoryCacM</a:t>
            </a:r>
            <a:endParaRPr sz="6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955647" y="5200623"/>
            <a:ext cx="105854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89"/>
              </a:lnSpc>
              <a:tabLst>
                <a:tab pos="338455" algn="l"/>
              </a:tabLst>
            </a:pPr>
            <a:r>
              <a:rPr sz="2150" spc="-50" dirty="0">
                <a:solidFill>
                  <a:srgbClr val="505050"/>
                </a:solidFill>
                <a:latin typeface="Arial"/>
                <a:cs typeface="Arial"/>
              </a:rPr>
              <a:t>0</a:t>
            </a:r>
            <a:r>
              <a:rPr sz="2150" dirty="0">
                <a:solidFill>
                  <a:srgbClr val="505050"/>
                </a:solidFill>
                <a:latin typeface="Arial"/>
                <a:cs typeface="Arial"/>
              </a:rPr>
              <a:t>	</a:t>
            </a: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C</a:t>
            </a:r>
            <a:r>
              <a:rPr sz="1250" dirty="0">
                <a:solidFill>
                  <a:srgbClr val="383D44"/>
                </a:solidFill>
                <a:latin typeface="Arial"/>
                <a:cs typeface="Arial"/>
              </a:rPr>
              <a:t>a</a:t>
            </a: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che</a:t>
            </a:r>
            <a:r>
              <a:rPr sz="1250" spc="13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50" spc="-25" dirty="0">
                <a:solidFill>
                  <a:srgbClr val="1A1A1A"/>
                </a:solidFill>
                <a:latin typeface="Arial"/>
                <a:cs typeface="Arial"/>
              </a:rPr>
              <a:t>hit</a:t>
            </a:r>
            <a:endParaRPr sz="12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168092" y="6137745"/>
            <a:ext cx="11874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5" dirty="0">
                <a:solidFill>
                  <a:srgbClr val="7C90B3"/>
                </a:solidFill>
                <a:latin typeface="Arial"/>
                <a:cs typeface="Arial"/>
              </a:rPr>
              <a:t>Se</a:t>
            </a:r>
            <a:endParaRPr sz="6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847843" y="6925243"/>
            <a:ext cx="454659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20" dirty="0">
                <a:solidFill>
                  <a:srgbClr val="7C90B3"/>
                </a:solidFill>
                <a:latin typeface="Times New Roman"/>
                <a:cs typeface="Times New Roman"/>
              </a:rPr>
              <a:t>Pa,sesq&lt;.:.ery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949783" y="5995995"/>
            <a:ext cx="565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solidFill>
                  <a:srgbClr val="546B91"/>
                </a:solidFill>
                <a:latin typeface="Times New Roman"/>
                <a:cs typeface="Times New Roman"/>
              </a:rPr>
              <a:t>r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948115" y="6562993"/>
            <a:ext cx="4699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50" dirty="0">
                <a:solidFill>
                  <a:srgbClr val="546B91"/>
                </a:solidFill>
                <a:latin typeface="Times New Roman"/>
                <a:cs typeface="Times New Roman"/>
              </a:rPr>
              <a:t>,</a:t>
            </a:r>
            <a:endParaRPr sz="600">
              <a:latin typeface="Times New Roman"/>
              <a:cs typeface="Times New Roman"/>
            </a:endParaRPr>
          </a:p>
        </p:txBody>
      </p:sp>
      <p:graphicFrame>
        <p:nvGraphicFramePr>
          <p:cNvPr id="99" name="object 99"/>
          <p:cNvGraphicFramePr>
            <a:graphicFrameLocks noGrp="1"/>
          </p:cNvGraphicFramePr>
          <p:nvPr/>
        </p:nvGraphicFramePr>
        <p:xfrm>
          <a:off x="4322054" y="5681882"/>
          <a:ext cx="639445" cy="153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/>
                <a:gridCol w="325120"/>
              </a:tblGrid>
              <a:tr h="322580">
                <a:tc gridSpan="2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240665" marR="12065">
                        <a:lnSpc>
                          <a:spcPct val="100000"/>
                        </a:lnSpc>
                      </a:pPr>
                      <a:r>
                        <a:rPr sz="600" spc="-10" dirty="0">
                          <a:solidFill>
                            <a:srgbClr val="676769"/>
                          </a:solidFill>
                          <a:latin typeface="Times New Roman"/>
                          <a:cs typeface="Times New Roman"/>
                        </a:rPr>
                        <a:t>0'91\t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36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35560" algn="r">
                        <a:lnSpc>
                          <a:spcPts val="625"/>
                        </a:lnSpc>
                      </a:pPr>
                      <a:r>
                        <a:rPr sz="600" spc="-35" dirty="0">
                          <a:solidFill>
                            <a:srgbClr val="7C90B3"/>
                          </a:solidFill>
                          <a:latin typeface="Arial"/>
                          <a:cs typeface="Arial"/>
                        </a:rPr>
                        <a:t>nd</a:t>
                      </a:r>
                      <a:r>
                        <a:rPr sz="600" spc="-35" dirty="0">
                          <a:solidFill>
                            <a:srgbClr val="667CA1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600" spc="-55" dirty="0">
                          <a:solidFill>
                            <a:srgbClr val="667CA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spc="-10" dirty="0">
                          <a:solidFill>
                            <a:srgbClr val="546B91"/>
                          </a:solidFill>
                          <a:latin typeface="Arial"/>
                          <a:cs typeface="Arial"/>
                        </a:rPr>
                        <a:t>qu</a:t>
                      </a:r>
                      <a:r>
                        <a:rPr sz="600" spc="-10" dirty="0">
                          <a:solidFill>
                            <a:srgbClr val="7C90B3"/>
                          </a:solidFill>
                          <a:latin typeface="Arial"/>
                          <a:cs typeface="Arial"/>
                        </a:rPr>
                        <a:t>ery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650" spc="-10" dirty="0">
                          <a:solidFill>
                            <a:srgbClr val="7C90B3"/>
                          </a:solidFill>
                          <a:latin typeface="Times New Roman"/>
                          <a:cs typeface="Times New Roman"/>
                        </a:rPr>
                        <a:t>R8t1Jm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2580">
                <a:tc gridSpan="2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0335" marR="12065">
                        <a:lnSpc>
                          <a:spcPct val="100000"/>
                        </a:lnSpc>
                      </a:pPr>
                      <a:r>
                        <a:rPr sz="550" spc="-10" dirty="0">
                          <a:solidFill>
                            <a:srgbClr val="505050"/>
                          </a:solidFill>
                          <a:latin typeface="Arial"/>
                          <a:cs typeface="Arial"/>
                        </a:rPr>
                        <a:t>Web</a:t>
                      </a:r>
                      <a:r>
                        <a:rPr sz="550" spc="-10" dirty="0">
                          <a:solidFill>
                            <a:srgbClr val="676769"/>
                          </a:solidFill>
                          <a:latin typeface="Arial"/>
                          <a:cs typeface="Arial"/>
                        </a:rPr>
                        <a:t>Seivet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41910" algn="r">
                        <a:lnSpc>
                          <a:spcPts val="635"/>
                        </a:lnSpc>
                      </a:pPr>
                      <a:r>
                        <a:rPr sz="550" spc="-10" dirty="0">
                          <a:solidFill>
                            <a:srgbClr val="7C90B3"/>
                          </a:solidFill>
                          <a:latin typeface="Arial"/>
                          <a:cs typeface="Arial"/>
                        </a:rPr>
                        <a:t>que1y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600" spc="-10" dirty="0">
                          <a:solidFill>
                            <a:srgbClr val="7C90B3"/>
                          </a:solidFill>
                          <a:latin typeface="Times New Roman"/>
                          <a:cs typeface="Times New Roman"/>
                        </a:rPr>
                        <a:t>Aetuni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2580">
                <a:tc gridSpan="2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54610" marR="12065" algn="ctr">
                        <a:lnSpc>
                          <a:spcPct val="100000"/>
                        </a:lnSpc>
                      </a:pPr>
                      <a:r>
                        <a:rPr sz="600" spc="90" dirty="0">
                          <a:solidFill>
                            <a:srgbClr val="676769"/>
                          </a:solidFill>
                          <a:latin typeface="Arial"/>
                          <a:cs typeface="Arial"/>
                        </a:rPr>
                        <a:t>Querym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0160" marR="12065" algn="ctr">
                        <a:lnSpc>
                          <a:spcPts val="580"/>
                        </a:lnSpc>
                        <a:spcBef>
                          <a:spcPts val="254"/>
                        </a:spcBef>
                      </a:pPr>
                      <a:r>
                        <a:rPr sz="1550" spc="55" dirty="0">
                          <a:solidFill>
                            <a:srgbClr val="505050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sz="1550" spc="55" dirty="0">
                          <a:solidFill>
                            <a:srgbClr val="979797"/>
                          </a:solidFill>
                          <a:latin typeface="Arial"/>
                          <a:cs typeface="Arial"/>
                        </a:rPr>
                        <a:t>'f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0" name="object 100"/>
          <p:cNvSpPr txBox="1"/>
          <p:nvPr/>
        </p:nvSpPr>
        <p:spPr>
          <a:xfrm>
            <a:off x="4714540" y="7181180"/>
            <a:ext cx="45085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20" dirty="0">
                <a:solidFill>
                  <a:srgbClr val="7C90B3"/>
                </a:solidFill>
                <a:latin typeface="Arial"/>
                <a:cs typeface="Arial"/>
              </a:rPr>
              <a:t>Aetum</a:t>
            </a:r>
            <a:r>
              <a:rPr sz="550" spc="-15" dirty="0">
                <a:solidFill>
                  <a:srgbClr val="7C90B3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67CA1"/>
                </a:solidFill>
                <a:latin typeface="Arial"/>
                <a:cs typeface="Arial"/>
              </a:rPr>
              <a:t>reo\l"h</a:t>
            </a:r>
            <a:endParaRPr sz="5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63277" y="7291430"/>
            <a:ext cx="996315" cy="328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25"/>
              </a:spcBef>
            </a:pPr>
            <a:r>
              <a:rPr sz="500" u="sng" spc="50" dirty="0">
                <a:solidFill>
                  <a:srgbClr val="7C90B3"/>
                </a:solidFill>
                <a:uFill>
                  <a:solidFill>
                    <a:srgbClr val="505050"/>
                  </a:solidFill>
                </a:uFill>
                <a:latin typeface="Arial"/>
                <a:cs typeface="Arial"/>
              </a:rPr>
              <a:t>ChcOk$¢30ht</a:t>
            </a:r>
            <a:r>
              <a:rPr sz="500" u="sng" spc="140" dirty="0">
                <a:solidFill>
                  <a:srgbClr val="7C90B3"/>
                </a:solidFill>
                <a:uFill>
                  <a:solidFill>
                    <a:srgbClr val="505050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25" dirty="0">
                <a:solidFill>
                  <a:srgbClr val="505050"/>
                </a:solidFill>
                <a:uFill>
                  <a:solidFill>
                    <a:srgbClr val="505050"/>
                  </a:solidFill>
                </a:uFill>
                <a:latin typeface="Arial"/>
                <a:cs typeface="Arial"/>
              </a:rPr>
              <a:t>,</a:t>
            </a:r>
            <a:r>
              <a:rPr sz="500" u="sng" spc="-25" dirty="0">
                <a:solidFill>
                  <a:srgbClr val="AFB1B6"/>
                </a:solidFill>
                <a:uFill>
                  <a:solidFill>
                    <a:srgbClr val="505050"/>
                  </a:solidFill>
                </a:uFill>
                <a:latin typeface="Arial"/>
                <a:cs typeface="Arial"/>
              </a:rPr>
              <a:t>,</a:t>
            </a:r>
            <a:r>
              <a:rPr sz="500" u="none" spc="-25" dirty="0">
                <a:solidFill>
                  <a:srgbClr val="505050"/>
                </a:solidFill>
                <a:latin typeface="Arial"/>
                <a:cs typeface="Arial"/>
              </a:rPr>
              <a:t>,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00" spc="-25" dirty="0">
                <a:solidFill>
                  <a:srgbClr val="7C90B3"/>
                </a:solidFill>
                <a:latin typeface="Arial"/>
                <a:cs typeface="Arial"/>
              </a:rPr>
              <a:t>Cache</a:t>
            </a:r>
            <a:r>
              <a:rPr sz="600" spc="-65" dirty="0">
                <a:solidFill>
                  <a:srgbClr val="7C90B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667CA1"/>
                </a:solidFill>
                <a:latin typeface="Arial"/>
                <a:cs typeface="Arial"/>
              </a:rPr>
              <a:t>hh</a:t>
            </a:r>
            <a:r>
              <a:rPr sz="600" spc="300" dirty="0">
                <a:solidFill>
                  <a:srgbClr val="667CA1"/>
                </a:solidFill>
                <a:latin typeface="Arial"/>
                <a:cs typeface="Arial"/>
              </a:rPr>
              <a:t>  </a:t>
            </a: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Memo</a:t>
            </a:r>
            <a:r>
              <a:rPr sz="600" spc="-10" dirty="0">
                <a:solidFill>
                  <a:srgbClr val="383D44"/>
                </a:solidFill>
                <a:latin typeface="Arial"/>
                <a:cs typeface="Arial"/>
              </a:rPr>
              <a:t>r</a:t>
            </a: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y</a:t>
            </a:r>
            <a:r>
              <a:rPr sz="600" spc="-55" dirty="0">
                <a:solidFill>
                  <a:srgbClr val="676769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Cache</a:t>
            </a:r>
            <a:endParaRPr sz="6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419282" y="6583567"/>
            <a:ext cx="621665" cy="323215"/>
          </a:xfrm>
          <a:prstGeom prst="rect">
            <a:avLst/>
          </a:prstGeom>
          <a:ln w="7865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405"/>
              </a:spcBef>
            </a:pPr>
            <a:r>
              <a:rPr sz="650" spc="-25" dirty="0">
                <a:solidFill>
                  <a:srgbClr val="808285"/>
                </a:solidFill>
                <a:latin typeface="Times New Roman"/>
                <a:cs typeface="Times New Roman"/>
              </a:rPr>
              <a:t>I</a:t>
            </a:r>
            <a:r>
              <a:rPr sz="650" spc="-25" dirty="0">
                <a:solidFill>
                  <a:srgbClr val="383D44"/>
                </a:solidFill>
                <a:latin typeface="Times New Roman"/>
                <a:cs typeface="Times New Roman"/>
              </a:rPr>
              <a:t>n</a:t>
            </a:r>
            <a:r>
              <a:rPr sz="650" spc="-25" dirty="0">
                <a:solidFill>
                  <a:srgbClr val="505050"/>
                </a:solidFill>
                <a:latin typeface="Times New Roman"/>
                <a:cs typeface="Times New Roman"/>
              </a:rPr>
              <a:t>verte</a:t>
            </a:r>
            <a:r>
              <a:rPr sz="650" spc="-25" dirty="0">
                <a:solidFill>
                  <a:srgbClr val="383D44"/>
                </a:solidFill>
                <a:latin typeface="Times New Roman"/>
                <a:cs typeface="Times New Roman"/>
              </a:rPr>
              <a:t>d</a:t>
            </a:r>
            <a:r>
              <a:rPr sz="650" spc="20" dirty="0">
                <a:solidFill>
                  <a:srgbClr val="383D44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383D44"/>
                </a:solidFill>
                <a:latin typeface="Times New Roman"/>
                <a:cs typeface="Times New Roman"/>
              </a:rPr>
              <a:t>I</a:t>
            </a:r>
            <a:r>
              <a:rPr sz="650" spc="-10" dirty="0">
                <a:solidFill>
                  <a:srgbClr val="676769"/>
                </a:solidFill>
                <a:latin typeface="Times New Roman"/>
                <a:cs typeface="Times New Roman"/>
              </a:rPr>
              <a:t>ndex</a:t>
            </a:r>
            <a:endParaRPr sz="650">
              <a:latin typeface="Times New Roman"/>
              <a:cs typeface="Times New Roman"/>
            </a:endParaRPr>
          </a:p>
          <a:p>
            <a:pPr marL="19050" algn="ctr">
              <a:lnSpc>
                <a:spcPct val="100000"/>
              </a:lnSpc>
              <a:spcBef>
                <a:spcPts val="75"/>
              </a:spcBef>
            </a:pP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Se</a:t>
            </a:r>
            <a:r>
              <a:rPr sz="600" spc="-10" dirty="0">
                <a:solidFill>
                  <a:srgbClr val="383D44"/>
                </a:solidFill>
                <a:latin typeface="Arial"/>
                <a:cs typeface="Arial"/>
              </a:rPr>
              <a:t>r</a:t>
            </a:r>
            <a:r>
              <a:rPr sz="600" spc="-10" dirty="0">
                <a:solidFill>
                  <a:srgbClr val="505050"/>
                </a:solidFill>
                <a:latin typeface="Arial"/>
                <a:cs typeface="Arial"/>
              </a:rPr>
              <a:t>vloo</a:t>
            </a:r>
            <a:endParaRPr sz="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419282" y="7079691"/>
            <a:ext cx="621665" cy="323215"/>
          </a:xfrm>
          <a:prstGeom prst="rect">
            <a:avLst/>
          </a:prstGeom>
          <a:ln w="7865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92405" marR="136525" indent="-47625">
              <a:lnSpc>
                <a:spcPct val="112000"/>
              </a:lnSpc>
              <a:spcBef>
                <a:spcPts val="365"/>
              </a:spcBef>
            </a:pPr>
            <a:r>
              <a:rPr sz="600" spc="-35" dirty="0">
                <a:solidFill>
                  <a:srgbClr val="676769"/>
                </a:solidFill>
                <a:latin typeface="Arial"/>
                <a:cs typeface="Arial"/>
              </a:rPr>
              <a:t>Ooo</a:t>
            </a:r>
            <a:r>
              <a:rPr sz="600" spc="-35" dirty="0">
                <a:solidFill>
                  <a:srgbClr val="808285"/>
                </a:solidFill>
                <a:latin typeface="Arial"/>
                <a:cs typeface="Arial"/>
              </a:rPr>
              <a:t>u</a:t>
            </a:r>
            <a:r>
              <a:rPr sz="600" spc="-35" dirty="0">
                <a:solidFill>
                  <a:srgbClr val="676769"/>
                </a:solidFill>
                <a:latin typeface="Arial"/>
                <a:cs typeface="Arial"/>
              </a:rPr>
              <a:t>rne</a:t>
            </a:r>
            <a:r>
              <a:rPr sz="600" spc="-35" dirty="0">
                <a:solidFill>
                  <a:srgbClr val="808285"/>
                </a:solidFill>
                <a:latin typeface="Arial"/>
                <a:cs typeface="Arial"/>
              </a:rPr>
              <a:t>ni</a:t>
            </a:r>
            <a:r>
              <a:rPr sz="600" spc="500" dirty="0">
                <a:solidFill>
                  <a:srgbClr val="80828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Se</a:t>
            </a:r>
            <a:r>
              <a:rPr sz="600" spc="-10" dirty="0">
                <a:solidFill>
                  <a:srgbClr val="383D44"/>
                </a:solidFill>
                <a:latin typeface="Arial"/>
                <a:cs typeface="Arial"/>
              </a:rPr>
              <a:t>r</a:t>
            </a: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vioe</a:t>
            </a:r>
            <a:endParaRPr sz="6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889289" y="5200623"/>
            <a:ext cx="12338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89"/>
              </a:lnSpc>
              <a:tabLst>
                <a:tab pos="354330" algn="l"/>
              </a:tabLst>
            </a:pPr>
            <a:r>
              <a:rPr sz="2200" spc="-50" dirty="0">
                <a:solidFill>
                  <a:srgbClr val="505050"/>
                </a:solidFill>
                <a:latin typeface="Arial"/>
                <a:cs typeface="Arial"/>
              </a:rPr>
              <a:t>0</a:t>
            </a:r>
            <a:r>
              <a:rPr sz="2200" dirty="0">
                <a:solidFill>
                  <a:srgbClr val="505050"/>
                </a:solidFill>
                <a:latin typeface="Arial"/>
                <a:cs typeface="Arial"/>
              </a:rPr>
              <a:t>	</a:t>
            </a: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Cache</a:t>
            </a:r>
            <a:r>
              <a:rPr sz="1250" spc="4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1A1A1A"/>
                </a:solidFill>
                <a:latin typeface="Arial"/>
                <a:cs typeface="Arial"/>
              </a:rPr>
              <a:t>miss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180915" y="6145620"/>
            <a:ext cx="42672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u="sng" spc="-10" dirty="0">
                <a:solidFill>
                  <a:srgbClr val="667CA1"/>
                </a:solidFill>
                <a:uFill>
                  <a:solidFill>
                    <a:srgbClr val="667CA1"/>
                  </a:solidFill>
                </a:uFill>
                <a:latin typeface="Arial"/>
                <a:cs typeface="Arial"/>
              </a:rPr>
              <a:t>Sendsquerf</a:t>
            </a:r>
            <a:endParaRPr sz="55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855633" y="6933118"/>
            <a:ext cx="44005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10" dirty="0">
                <a:solidFill>
                  <a:srgbClr val="7C90B3"/>
                </a:solidFill>
                <a:latin typeface="Arial"/>
                <a:cs typeface="Arial"/>
              </a:rPr>
              <a:t>Parses</a:t>
            </a:r>
            <a:r>
              <a:rPr sz="500" spc="-10" dirty="0">
                <a:solidFill>
                  <a:srgbClr val="667CA1"/>
                </a:solidFill>
                <a:latin typeface="Arial"/>
                <a:cs typeface="Arial"/>
              </a:rPr>
              <a:t>q</a:t>
            </a:r>
            <a:r>
              <a:rPr sz="500" spc="-10" dirty="0">
                <a:solidFill>
                  <a:srgbClr val="93A5C1"/>
                </a:solidFill>
                <a:latin typeface="Arial"/>
                <a:cs typeface="Arial"/>
              </a:rPr>
              <a:t>t)!!fy</a:t>
            </a:r>
            <a:endParaRPr sz="5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76132" y="7507991"/>
            <a:ext cx="33083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7C90B3"/>
                </a:solidFill>
                <a:latin typeface="Arial"/>
                <a:cs typeface="Arial"/>
              </a:rPr>
              <a:t>Cache</a:t>
            </a:r>
            <a:r>
              <a:rPr sz="550" spc="30" dirty="0">
                <a:solidFill>
                  <a:srgbClr val="7C90B3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7C90B3"/>
                </a:solidFill>
                <a:latin typeface="Arial"/>
                <a:cs typeface="Arial"/>
              </a:rPr>
              <a:t>hit</a:t>
            </a:r>
            <a:endParaRPr sz="55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362043" y="5701569"/>
            <a:ext cx="614045" cy="323215"/>
          </a:xfrm>
          <a:prstGeom prst="rect">
            <a:avLst/>
          </a:prstGeom>
          <a:ln w="786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c</a:t>
            </a:r>
            <a:r>
              <a:rPr sz="600" spc="-10" dirty="0">
                <a:solidFill>
                  <a:srgbClr val="808285"/>
                </a:solidFill>
                <a:latin typeface="Arial"/>
                <a:cs typeface="Arial"/>
              </a:rPr>
              <a:t>ri</a:t>
            </a:r>
            <a:r>
              <a:rPr sz="600" spc="-10" dirty="0">
                <a:solidFill>
                  <a:srgbClr val="505050"/>
                </a:solidFill>
                <a:latin typeface="Arial"/>
                <a:cs typeface="Arial"/>
              </a:rPr>
              <a:t>e</a:t>
            </a:r>
            <a:r>
              <a:rPr sz="600" spc="-10" dirty="0">
                <a:solidFill>
                  <a:srgbClr val="808285"/>
                </a:solidFill>
                <a:latin typeface="Arial"/>
                <a:cs typeface="Arial"/>
              </a:rPr>
              <a:t>n</a:t>
            </a:r>
            <a:r>
              <a:rPr sz="600" spc="-10" dirty="0">
                <a:solidFill>
                  <a:srgbClr val="383D44"/>
                </a:solidFill>
                <a:latin typeface="Arial"/>
                <a:cs typeface="Arial"/>
              </a:rPr>
              <a:t>l</a:t>
            </a:r>
            <a:endParaRPr sz="6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466478" y="6358244"/>
            <a:ext cx="42608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10" dirty="0">
                <a:solidFill>
                  <a:srgbClr val="505050"/>
                </a:solidFill>
                <a:latin typeface="Arial"/>
                <a:cs typeface="Arial"/>
              </a:rPr>
              <a:t>Web</a:t>
            </a:r>
            <a:r>
              <a:rPr sz="550" spc="20" dirty="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sz="550" spc="65" dirty="0">
                <a:solidFill>
                  <a:srgbClr val="676769"/>
                </a:solidFill>
                <a:latin typeface="Arial"/>
                <a:cs typeface="Arial"/>
              </a:rPr>
              <a:t>Ser,..</a:t>
            </a:r>
            <a:endParaRPr sz="55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588109" y="6492119"/>
            <a:ext cx="17970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-490" dirty="0">
                <a:solidFill>
                  <a:srgbClr val="676769"/>
                </a:solidFill>
                <a:latin typeface="Arial"/>
                <a:cs typeface="Arial"/>
              </a:rPr>
              <a:t>1</a:t>
            </a:r>
            <a:endParaRPr sz="26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720984" y="6574806"/>
            <a:ext cx="461009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20" dirty="0">
                <a:solidFill>
                  <a:srgbClr val="7C90B3"/>
                </a:solidFill>
                <a:latin typeface="Arial"/>
                <a:cs typeface="Arial"/>
              </a:rPr>
              <a:t>Re-</a:t>
            </a:r>
            <a:r>
              <a:rPr sz="550" spc="-10" dirty="0">
                <a:solidFill>
                  <a:srgbClr val="7C90B3"/>
                </a:solidFill>
                <a:latin typeface="Arial"/>
                <a:cs typeface="Arial"/>
              </a:rPr>
              <a:t>lurn</a:t>
            </a:r>
            <a:r>
              <a:rPr sz="550" spc="-35" dirty="0">
                <a:solidFill>
                  <a:srgbClr val="7C90B3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7C90B3"/>
                </a:solidFill>
                <a:latin typeface="Arial"/>
                <a:cs typeface="Arial"/>
              </a:rPr>
              <a:t>resd1</a:t>
            </a:r>
            <a:endParaRPr sz="55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493721" y="6602369"/>
            <a:ext cx="43497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20" dirty="0">
                <a:solidFill>
                  <a:srgbClr val="7C90B3"/>
                </a:solidFill>
                <a:latin typeface="Arial"/>
                <a:cs typeface="Arial"/>
              </a:rPr>
              <a:t>Sends</a:t>
            </a:r>
            <a:r>
              <a:rPr sz="650" spc="-20" dirty="0">
                <a:solidFill>
                  <a:srgbClr val="667CA1"/>
                </a:solidFill>
                <a:latin typeface="Arial"/>
                <a:cs typeface="Arial"/>
              </a:rPr>
              <a:t>query</a:t>
            </a:r>
            <a:endParaRPr sz="65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299948" y="6716555"/>
            <a:ext cx="31496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7C90B3"/>
                </a:solidFill>
                <a:latin typeface="Arial"/>
                <a:cs typeface="Arial"/>
              </a:rPr>
              <a:t>d$</a:t>
            </a:r>
            <a:r>
              <a:rPr sz="500" spc="40" dirty="0">
                <a:solidFill>
                  <a:srgbClr val="7C90B3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7C90B3"/>
                </a:solidFill>
                <a:latin typeface="Arial"/>
                <a:cs typeface="Arial"/>
              </a:rPr>
              <a:t>qverv</a:t>
            </a:r>
            <a:endParaRPr sz="6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915465" y="6629931"/>
            <a:ext cx="621665" cy="22034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40"/>
              </a:spcBef>
            </a:pPr>
            <a:r>
              <a:rPr sz="550" spc="10" dirty="0">
                <a:solidFill>
                  <a:srgbClr val="979797"/>
                </a:solidFill>
                <a:latin typeface="Times New Roman"/>
                <a:cs typeface="Times New Roman"/>
              </a:rPr>
              <a:t>l</a:t>
            </a:r>
            <a:r>
              <a:rPr sz="550" spc="10" dirty="0">
                <a:solidFill>
                  <a:srgbClr val="505050"/>
                </a:solidFill>
                <a:latin typeface="Times New Roman"/>
                <a:cs typeface="Times New Roman"/>
              </a:rPr>
              <a:t>nvaned</a:t>
            </a:r>
            <a:r>
              <a:rPr sz="550" spc="190" dirty="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sz="550" spc="-25" dirty="0">
                <a:solidFill>
                  <a:srgbClr val="383D44"/>
                </a:solidFill>
                <a:latin typeface="Times New Roman"/>
                <a:cs typeface="Times New Roman"/>
              </a:rPr>
              <a:t>I</a:t>
            </a:r>
            <a:r>
              <a:rPr sz="550" spc="-25" dirty="0">
                <a:solidFill>
                  <a:srgbClr val="676769"/>
                </a:solidFill>
                <a:latin typeface="Times New Roman"/>
                <a:cs typeface="Times New Roman"/>
              </a:rPr>
              <a:t>n�</a:t>
            </a:r>
            <a:endParaRPr sz="550">
              <a:latin typeface="Times New Roman"/>
              <a:cs typeface="Times New Roman"/>
            </a:endParaRPr>
          </a:p>
          <a:p>
            <a:pPr marL="212090">
              <a:lnSpc>
                <a:spcPct val="100000"/>
              </a:lnSpc>
              <a:spcBef>
                <a:spcPts val="45"/>
              </a:spcBef>
            </a:pPr>
            <a:r>
              <a:rPr sz="650" spc="-10" dirty="0">
                <a:solidFill>
                  <a:srgbClr val="676769"/>
                </a:solidFill>
                <a:latin typeface="Arial"/>
                <a:cs typeface="Arial"/>
              </a:rPr>
              <a:t>Se</a:t>
            </a:r>
            <a:r>
              <a:rPr sz="650" spc="-10" dirty="0">
                <a:solidFill>
                  <a:srgbClr val="383D44"/>
                </a:solidFill>
                <a:latin typeface="Arial"/>
                <a:cs typeface="Arial"/>
              </a:rPr>
              <a:t>r</a:t>
            </a:r>
            <a:r>
              <a:rPr sz="650" spc="-10" dirty="0">
                <a:solidFill>
                  <a:srgbClr val="676769"/>
                </a:solidFill>
                <a:latin typeface="Arial"/>
                <a:cs typeface="Arial"/>
              </a:rPr>
              <a:t>vice</a:t>
            </a:r>
            <a:endParaRPr sz="6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985849" y="6870118"/>
            <a:ext cx="68834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spc="20" dirty="0">
                <a:solidFill>
                  <a:srgbClr val="7C90B3"/>
                </a:solidFill>
                <a:latin typeface="Times New Roman"/>
                <a:cs typeface="Times New Roman"/>
              </a:rPr>
              <a:t>AeMr.$dOCI</a:t>
            </a:r>
            <a:r>
              <a:rPr sz="550" spc="285" dirty="0">
                <a:solidFill>
                  <a:srgbClr val="7C90B3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667CA1"/>
                </a:solidFill>
                <a:latin typeface="Arial"/>
                <a:cs typeface="Arial"/>
              </a:rPr>
              <a:t>billion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338447" y="6851316"/>
            <a:ext cx="621665" cy="276225"/>
          </a:xfrm>
          <a:prstGeom prst="rect">
            <a:avLst/>
          </a:prstGeom>
          <a:ln w="786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endParaRPr sz="6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</a:pPr>
            <a:r>
              <a:rPr sz="600" i="1" dirty="0">
                <a:solidFill>
                  <a:srgbClr val="676769"/>
                </a:solidFill>
                <a:latin typeface="Arial"/>
                <a:cs typeface="Arial"/>
              </a:rPr>
              <a:t>0!.lefy </a:t>
            </a:r>
            <a:r>
              <a:rPr sz="550" spc="-25" dirty="0">
                <a:solidFill>
                  <a:srgbClr val="505050"/>
                </a:solidFill>
                <a:latin typeface="Arial"/>
                <a:cs typeface="Arial"/>
              </a:rPr>
              <a:t>A</a:t>
            </a:r>
            <a:r>
              <a:rPr sz="550" spc="-25" dirty="0">
                <a:solidFill>
                  <a:srgbClr val="808285"/>
                </a:solidFill>
                <a:latin typeface="Arial"/>
                <a:cs typeface="Arial"/>
              </a:rPr>
              <a:t>Pf</a:t>
            </a:r>
            <a:endParaRPr sz="5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984977" y="7011868"/>
            <a:ext cx="43624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20" dirty="0">
                <a:solidFill>
                  <a:srgbClr val="667CA1"/>
                </a:solidFill>
                <a:latin typeface="Times New Roman"/>
                <a:cs typeface="Times New Roman"/>
              </a:rPr>
              <a:t>Return</a:t>
            </a:r>
            <a:r>
              <a:rPr sz="650" spc="-25" dirty="0">
                <a:solidFill>
                  <a:srgbClr val="667CA1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93A5C1"/>
                </a:solidFill>
                <a:latin typeface="Times New Roman"/>
                <a:cs typeface="Times New Roman"/>
              </a:rPr>
              <a:t>res</a:t>
            </a:r>
            <a:r>
              <a:rPr sz="650" spc="-10" dirty="0">
                <a:solidFill>
                  <a:srgbClr val="667CA1"/>
                </a:solidFill>
                <a:latin typeface="Times New Roman"/>
                <a:cs typeface="Times New Roman"/>
              </a:rPr>
              <a:t>ult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307188" y="7224493"/>
            <a:ext cx="19304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35" dirty="0">
                <a:solidFill>
                  <a:srgbClr val="7C90B3"/>
                </a:solidFill>
                <a:latin typeface="Arial"/>
                <a:cs typeface="Arial"/>
              </a:rPr>
              <a:t>aohO</a:t>
            </a:r>
            <a:endParaRPr sz="6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8483622" y="7248117"/>
            <a:ext cx="44069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solidFill>
                  <a:srgbClr val="7C90B3"/>
                </a:solidFill>
                <a:latin typeface="Arial"/>
                <a:cs typeface="Arial"/>
              </a:rPr>
              <a:t>Requaa1doc</a:t>
            </a:r>
            <a:endParaRPr sz="6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8911533" y="7048191"/>
            <a:ext cx="629285" cy="346710"/>
          </a:xfrm>
          <a:prstGeom prst="rect">
            <a:avLst/>
          </a:prstGeom>
          <a:ln w="7865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16535" marR="116839" indent="-47625">
              <a:lnSpc>
                <a:spcPct val="103299"/>
              </a:lnSpc>
              <a:spcBef>
                <a:spcPts val="675"/>
              </a:spcBef>
            </a:pPr>
            <a:r>
              <a:rPr sz="600" spc="-35" dirty="0">
                <a:solidFill>
                  <a:srgbClr val="808285"/>
                </a:solidFill>
                <a:latin typeface="Arial"/>
                <a:cs typeface="Arial"/>
              </a:rPr>
              <a:t>Oooum</a:t>
            </a:r>
            <a:r>
              <a:rPr sz="600" spc="-35" dirty="0">
                <a:solidFill>
                  <a:srgbClr val="676769"/>
                </a:solidFill>
                <a:latin typeface="Arial"/>
                <a:cs typeface="Arial"/>
              </a:rPr>
              <a:t>em</a:t>
            </a:r>
            <a:r>
              <a:rPr sz="600" spc="500" dirty="0">
                <a:solidFill>
                  <a:srgbClr val="676769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Se</a:t>
            </a:r>
            <a:r>
              <a:rPr sz="600" spc="-10" dirty="0">
                <a:solidFill>
                  <a:srgbClr val="383D44"/>
                </a:solidFill>
                <a:latin typeface="Arial"/>
                <a:cs typeface="Arial"/>
              </a:rPr>
              <a:t>r</a:t>
            </a: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vice</a:t>
            </a:r>
            <a:endParaRPr sz="6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807193" y="7295367"/>
            <a:ext cx="47815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solidFill>
                  <a:srgbClr val="667CA1"/>
                </a:solidFill>
                <a:latin typeface="Arial"/>
                <a:cs typeface="Arial"/>
              </a:rPr>
              <a:t>Update</a:t>
            </a:r>
            <a:r>
              <a:rPr sz="600" spc="-20" dirty="0">
                <a:solidFill>
                  <a:srgbClr val="7C90B3"/>
                </a:solidFill>
                <a:latin typeface="Arial"/>
                <a:cs typeface="Arial"/>
              </a:rPr>
              <a:t>oaot-</a:t>
            </a:r>
            <a:r>
              <a:rPr sz="600" spc="-50" dirty="0">
                <a:solidFill>
                  <a:srgbClr val="7C90B3"/>
                </a:solidFill>
                <a:latin typeface="Arial"/>
                <a:cs typeface="Arial"/>
              </a:rPr>
              <a:t>e</a:t>
            </a:r>
            <a:endParaRPr sz="6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406961" y="7507991"/>
            <a:ext cx="51752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20" dirty="0">
                <a:solidFill>
                  <a:srgbClr val="505050"/>
                </a:solidFill>
                <a:latin typeface="Arial"/>
                <a:cs typeface="Arial"/>
              </a:rPr>
              <a:t>Memory</a:t>
            </a:r>
            <a:r>
              <a:rPr sz="550" spc="-30" dirty="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Ca</a:t>
            </a:r>
            <a:r>
              <a:rPr sz="550" spc="-10" dirty="0">
                <a:solidFill>
                  <a:srgbClr val="808285"/>
                </a:solidFill>
                <a:latin typeface="Arial"/>
                <a:cs typeface="Arial"/>
              </a:rPr>
              <a:t>Ctl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e</a:t>
            </a:r>
            <a:endParaRPr sz="5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0410451" y="6184994"/>
            <a:ext cx="21399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50" dirty="0">
                <a:solidFill>
                  <a:srgbClr val="AC2A2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1156956" y="4377687"/>
            <a:ext cx="6518909" cy="22320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00" b="1" spc="-140" dirty="0">
                <a:solidFill>
                  <a:srgbClr val="383D44"/>
                </a:solidFill>
                <a:latin typeface="Arial"/>
                <a:cs typeface="Arial"/>
              </a:rPr>
              <a:t>Explain</a:t>
            </a:r>
            <a:r>
              <a:rPr sz="3300" b="1" spc="-180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80" dirty="0">
                <a:solidFill>
                  <a:srgbClr val="383D44"/>
                </a:solidFill>
                <a:latin typeface="Arial"/>
                <a:cs typeface="Arial"/>
              </a:rPr>
              <a:t>TSDB</a:t>
            </a:r>
            <a:r>
              <a:rPr sz="3300" b="1" spc="-254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90" dirty="0">
                <a:solidFill>
                  <a:srgbClr val="383D44"/>
                </a:solidFill>
                <a:latin typeface="Arial"/>
                <a:cs typeface="Arial"/>
              </a:rPr>
              <a:t>columnar</a:t>
            </a:r>
            <a:r>
              <a:rPr sz="3300" b="1" spc="-50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383D44"/>
                </a:solidFill>
                <a:latin typeface="Arial"/>
                <a:cs typeface="Arial"/>
              </a:rPr>
              <a:t>storage.</a:t>
            </a: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69100"/>
              </a:lnSpc>
            </a:pPr>
            <a:r>
              <a:rPr sz="3300" b="1" spc="90" dirty="0">
                <a:solidFill>
                  <a:srgbClr val="383D44"/>
                </a:solidFill>
                <a:latin typeface="Arial"/>
                <a:cs typeface="Arial"/>
              </a:rPr>
              <a:t>Hot</a:t>
            </a:r>
            <a:r>
              <a:rPr sz="3300" b="1" spc="-310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80" dirty="0">
                <a:solidFill>
                  <a:srgbClr val="383D44"/>
                </a:solidFill>
                <a:latin typeface="Arial"/>
                <a:cs typeface="Arial"/>
              </a:rPr>
              <a:t>path</a:t>
            </a:r>
            <a:r>
              <a:rPr sz="3300" b="1" spc="-155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229" dirty="0">
                <a:solidFill>
                  <a:srgbClr val="383D44"/>
                </a:solidFill>
                <a:latin typeface="Arial"/>
                <a:cs typeface="Arial"/>
              </a:rPr>
              <a:t>vs</a:t>
            </a:r>
            <a:r>
              <a:rPr sz="3300" b="1" spc="-325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90" dirty="0">
                <a:solidFill>
                  <a:srgbClr val="383D44"/>
                </a:solidFill>
                <a:latin typeface="Arial"/>
                <a:cs typeface="Arial"/>
              </a:rPr>
              <a:t>Cold</a:t>
            </a:r>
            <a:r>
              <a:rPr sz="3300" b="1" spc="-95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70" dirty="0">
                <a:solidFill>
                  <a:srgbClr val="383D44"/>
                </a:solidFill>
                <a:latin typeface="Arial"/>
                <a:cs typeface="Arial"/>
              </a:rPr>
              <a:t>path</a:t>
            </a:r>
            <a:r>
              <a:rPr sz="3300" b="1" spc="-125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60" dirty="0">
                <a:solidFill>
                  <a:srgbClr val="383D44"/>
                </a:solidFill>
                <a:latin typeface="Arial"/>
                <a:cs typeface="Arial"/>
              </a:rPr>
              <a:t>trade-</a:t>
            </a:r>
            <a:r>
              <a:rPr sz="3300" b="1" spc="-10" dirty="0">
                <a:solidFill>
                  <a:srgbClr val="383D44"/>
                </a:solidFill>
                <a:latin typeface="Arial"/>
                <a:cs typeface="Arial"/>
              </a:rPr>
              <a:t>offs. </a:t>
            </a:r>
            <a:r>
              <a:rPr sz="3300" b="1" dirty="0">
                <a:solidFill>
                  <a:srgbClr val="383D44"/>
                </a:solidFill>
                <a:latin typeface="Arial"/>
                <a:cs typeface="Arial"/>
              </a:rPr>
              <a:t>How</a:t>
            </a:r>
            <a:r>
              <a:rPr sz="3300" b="1" spc="-300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100" dirty="0">
                <a:solidFill>
                  <a:srgbClr val="383D44"/>
                </a:solidFill>
                <a:latin typeface="Arial"/>
                <a:cs typeface="Arial"/>
              </a:rPr>
              <a:t>does</a:t>
            </a:r>
            <a:r>
              <a:rPr sz="3300" b="1" spc="-229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190" dirty="0">
                <a:solidFill>
                  <a:srgbClr val="383D44"/>
                </a:solidFill>
                <a:latin typeface="Arial"/>
                <a:cs typeface="Arial"/>
              </a:rPr>
              <a:t>a</a:t>
            </a:r>
            <a:r>
              <a:rPr sz="3300" b="1" spc="-195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60" dirty="0">
                <a:solidFill>
                  <a:srgbClr val="383D44"/>
                </a:solidFill>
                <a:latin typeface="Arial"/>
                <a:cs typeface="Arial"/>
              </a:rPr>
              <a:t>Device</a:t>
            </a:r>
            <a:r>
              <a:rPr sz="3300" b="1" spc="-160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110" dirty="0">
                <a:solidFill>
                  <a:srgbClr val="383D44"/>
                </a:solidFill>
                <a:latin typeface="Arial"/>
                <a:cs typeface="Arial"/>
              </a:rPr>
              <a:t>Shadow</a:t>
            </a:r>
            <a:r>
              <a:rPr sz="3300" b="1" spc="-145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3300" b="1" spc="-75" dirty="0">
                <a:solidFill>
                  <a:srgbClr val="383D44"/>
                </a:solidFill>
                <a:latin typeface="Arial"/>
                <a:cs typeface="Arial"/>
              </a:rPr>
              <a:t>work?</a:t>
            </a:r>
            <a:endParaRPr sz="33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129754" y="7893866"/>
            <a:ext cx="52324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solidFill>
                  <a:srgbClr val="383D44"/>
                </a:solidFill>
                <a:latin typeface="Arial"/>
                <a:cs typeface="Arial"/>
              </a:rPr>
              <a:t>Memory</a:t>
            </a:r>
            <a:r>
              <a:rPr sz="600" spc="-60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505050"/>
                </a:solidFill>
                <a:latin typeface="Arial"/>
                <a:cs typeface="Arial"/>
              </a:rPr>
              <a:t>Caoht</a:t>
            </a:r>
            <a:endParaRPr sz="6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4268062" y="7893866"/>
            <a:ext cx="52768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solidFill>
                  <a:srgbClr val="383D44"/>
                </a:solidFill>
                <a:latin typeface="Arial"/>
                <a:cs typeface="Arial"/>
              </a:rPr>
              <a:t>Memory</a:t>
            </a:r>
            <a:r>
              <a:rPr sz="600" spc="-50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505050"/>
                </a:solidFill>
                <a:latin typeface="Arial"/>
                <a:cs typeface="Arial"/>
              </a:rPr>
              <a:t>cactie</a:t>
            </a:r>
            <a:endParaRPr sz="6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273249" y="7901740"/>
            <a:ext cx="53594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20" dirty="0">
                <a:solidFill>
                  <a:srgbClr val="383D44"/>
                </a:solidFill>
                <a:latin typeface="Arial"/>
                <a:cs typeface="Arial"/>
              </a:rPr>
              <a:t>Memory</a:t>
            </a:r>
            <a:r>
              <a:rPr sz="550" spc="-25" dirty="0">
                <a:solidFill>
                  <a:srgbClr val="383D44"/>
                </a:solidFill>
                <a:latin typeface="Arial"/>
                <a:cs typeface="Arial"/>
              </a:rPr>
              <a:t> </a:t>
            </a:r>
            <a:r>
              <a:rPr sz="550" spc="45" dirty="0">
                <a:solidFill>
                  <a:srgbClr val="505050"/>
                </a:solidFill>
                <a:latin typeface="Arial"/>
                <a:cs typeface="Arial"/>
              </a:rPr>
              <a:t>cad'le</a:t>
            </a:r>
            <a:endParaRPr sz="5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148395" y="8027741"/>
            <a:ext cx="80645" cy="7499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50" spc="-114" dirty="0">
                <a:solidFill>
                  <a:srgbClr val="676769"/>
                </a:solidFill>
                <a:latin typeface="Arial"/>
                <a:cs typeface="Arial"/>
              </a:rPr>
              <a:t>[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150" spc="-114" dirty="0">
                <a:solidFill>
                  <a:srgbClr val="676769"/>
                </a:solidFill>
                <a:latin typeface="Arial"/>
                <a:cs typeface="Arial"/>
              </a:rPr>
              <a:t>[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381892" y="8197051"/>
            <a:ext cx="608965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10" dirty="0">
                <a:solidFill>
                  <a:srgbClr val="505050"/>
                </a:solidFill>
                <a:latin typeface="Arial"/>
                <a:cs typeface="Arial"/>
              </a:rPr>
              <a:t>KCy</a:t>
            </a:r>
            <a:r>
              <a:rPr sz="550" spc="-10" dirty="0">
                <a:solidFill>
                  <a:srgbClr val="808285"/>
                </a:solidFill>
                <a:latin typeface="Arial"/>
                <a:cs typeface="Arial"/>
              </a:rPr>
              <a:t>·</a:t>
            </a:r>
            <a:r>
              <a:rPr sz="550" spc="-10" dirty="0">
                <a:solidFill>
                  <a:srgbClr val="505050"/>
                </a:solidFill>
                <a:latin typeface="Arial"/>
                <a:cs typeface="Arial"/>
              </a:rPr>
              <a:t>V</a:t>
            </a:r>
            <a:r>
              <a:rPr sz="550" spc="-10" dirty="0">
                <a:solidFill>
                  <a:srgbClr val="808285"/>
                </a:solidFill>
                <a:latin typeface="Arial"/>
                <a:cs typeface="Arial"/>
              </a:rPr>
              <a:t>alvt</a:t>
            </a:r>
            <a:r>
              <a:rPr sz="550" spc="114" dirty="0">
                <a:solidFill>
                  <a:srgbClr val="808285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LOOkup</a:t>
            </a:r>
            <a:endParaRPr sz="55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2138327" y="8410562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461" y="0"/>
                </a:lnTo>
              </a:path>
            </a:pathLst>
          </a:custGeom>
          <a:ln w="7874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 txBox="1"/>
          <p:nvPr/>
        </p:nvSpPr>
        <p:spPr>
          <a:xfrm>
            <a:off x="3654244" y="8193114"/>
            <a:ext cx="486409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solidFill>
                  <a:srgbClr val="546B91"/>
                </a:solidFill>
                <a:latin typeface="Arial"/>
                <a:cs typeface="Arial"/>
              </a:rPr>
              <a:t>R</a:t>
            </a:r>
            <a:r>
              <a:rPr sz="600" spc="-20" dirty="0">
                <a:solidFill>
                  <a:srgbClr val="7C90B3"/>
                </a:solidFill>
                <a:latin typeface="Arial"/>
                <a:cs typeface="Arial"/>
              </a:rPr>
              <a:t>ei;rievevalue</a:t>
            </a:r>
            <a:endParaRPr sz="6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4322054" y="8200989"/>
            <a:ext cx="98361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105"/>
              </a:spcBef>
            </a:pPr>
            <a:r>
              <a:rPr sz="550" spc="-45" dirty="0">
                <a:solidFill>
                  <a:srgbClr val="505050"/>
                </a:solidFill>
                <a:latin typeface="Arial"/>
                <a:cs typeface="Arial"/>
              </a:rPr>
              <a:t>Kc1·V�1,1</a:t>
            </a:r>
            <a:r>
              <a:rPr sz="550" spc="-45" dirty="0">
                <a:solidFill>
                  <a:srgbClr val="808285"/>
                </a:solidFill>
                <a:latin typeface="Arial"/>
                <a:cs typeface="Arial"/>
              </a:rPr>
              <a:t>t</a:t>
            </a:r>
            <a:r>
              <a:rPr sz="550" spc="100" dirty="0">
                <a:solidFill>
                  <a:srgbClr val="808285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L</a:t>
            </a:r>
            <a:r>
              <a:rPr sz="550" spc="-10" dirty="0">
                <a:solidFill>
                  <a:srgbClr val="808285"/>
                </a:solidFill>
                <a:latin typeface="Arial"/>
                <a:cs typeface="Arial"/>
              </a:rPr>
              <a:t>oo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kup</a:t>
            </a:r>
            <a:endParaRPr sz="5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6633712" y="8193114"/>
            <a:ext cx="47942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10" dirty="0">
                <a:solidFill>
                  <a:srgbClr val="667CA1"/>
                </a:solidFill>
                <a:latin typeface="Arial"/>
                <a:cs typeface="Arial"/>
              </a:rPr>
              <a:t>Add</a:t>
            </a:r>
            <a:r>
              <a:rPr sz="600" spc="-65" dirty="0">
                <a:solidFill>
                  <a:srgbClr val="667CA1"/>
                </a:solidFill>
                <a:latin typeface="Arial"/>
                <a:cs typeface="Arial"/>
              </a:rPr>
              <a:t> </a:t>
            </a:r>
            <a:r>
              <a:rPr sz="600" spc="-30" dirty="0">
                <a:solidFill>
                  <a:srgbClr val="667CA1"/>
                </a:solidFill>
                <a:latin typeface="Arial"/>
                <a:cs typeface="Arial"/>
              </a:rPr>
              <a:t>key-</a:t>
            </a:r>
            <a:r>
              <a:rPr sz="600" spc="-10" dirty="0">
                <a:solidFill>
                  <a:srgbClr val="667CA1"/>
                </a:solidFill>
                <a:latin typeface="Arial"/>
                <a:cs typeface="Arial"/>
              </a:rPr>
              <a:t>value</a:t>
            </a:r>
            <a:endParaRPr sz="600">
              <a:latin typeface="Arial"/>
              <a:cs typeface="Arial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7311862" y="8347562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461" y="0"/>
                </a:lnTo>
              </a:path>
            </a:pathLst>
          </a:custGeom>
          <a:ln w="7874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 txBox="1"/>
          <p:nvPr/>
        </p:nvSpPr>
        <p:spPr>
          <a:xfrm>
            <a:off x="7532949" y="8200989"/>
            <a:ext cx="61214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505050"/>
                </a:solidFill>
                <a:latin typeface="Arial"/>
                <a:cs typeface="Arial"/>
              </a:rPr>
              <a:t>Kt;-</a:t>
            </a:r>
            <a:r>
              <a:rPr sz="550" spc="-10" dirty="0">
                <a:solidFill>
                  <a:srgbClr val="808285"/>
                </a:solidFill>
                <a:latin typeface="Arial"/>
                <a:cs typeface="Arial"/>
              </a:rPr>
              <a:t>·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Valu�Lookup</a:t>
            </a:r>
            <a:endParaRPr sz="55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8276401" y="8011990"/>
            <a:ext cx="117475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dirty="0">
                <a:solidFill>
                  <a:srgbClr val="808285"/>
                </a:solidFill>
                <a:latin typeface="Arial"/>
                <a:cs typeface="Arial"/>
              </a:rPr>
              <a:t>l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381896" y="8555363"/>
            <a:ext cx="61976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spc="10" dirty="0">
                <a:solidFill>
                  <a:srgbClr val="676769"/>
                </a:solidFill>
                <a:latin typeface="Arial"/>
                <a:cs typeface="Arial"/>
              </a:rPr>
              <a:t>Doubly</a:t>
            </a:r>
            <a:r>
              <a:rPr sz="550" spc="-95" dirty="0">
                <a:solidFill>
                  <a:srgbClr val="676769"/>
                </a:solidFill>
                <a:latin typeface="Arial"/>
                <a:cs typeface="Arial"/>
              </a:rPr>
              <a:t> </a:t>
            </a:r>
            <a:r>
              <a:rPr sz="550" spc="55" dirty="0">
                <a:solidFill>
                  <a:srgbClr val="808285"/>
                </a:solidFill>
                <a:latin typeface="Arial"/>
                <a:cs typeface="Arial"/>
              </a:rPr>
              <a:t>UM</a:t>
            </a:r>
            <a:r>
              <a:rPr sz="550" spc="55" dirty="0">
                <a:solidFill>
                  <a:srgbClr val="505050"/>
                </a:solidFill>
                <a:latin typeface="Arial"/>
                <a:cs typeface="Arial"/>
              </a:rPr>
              <a:t>ed</a:t>
            </a:r>
            <a:r>
              <a:rPr sz="550" spc="35" dirty="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808285"/>
                </a:solidFill>
                <a:latin typeface="Arial"/>
                <a:cs typeface="Arial"/>
              </a:rPr>
              <a:t>List</a:t>
            </a:r>
            <a:endParaRPr sz="600">
              <a:latin typeface="Arial"/>
              <a:cs typeface="Arial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2146193" y="8772811"/>
            <a:ext cx="24130" cy="0"/>
          </a:xfrm>
          <a:custGeom>
            <a:avLst/>
            <a:gdLst/>
            <a:ahLst/>
            <a:cxnLst/>
            <a:rect l="l" t="t" r="r" b="b"/>
            <a:pathLst>
              <a:path w="24130">
                <a:moveTo>
                  <a:pt x="0" y="0"/>
                </a:moveTo>
                <a:lnTo>
                  <a:pt x="23596" y="0"/>
                </a:lnTo>
              </a:path>
            </a:pathLst>
          </a:custGeom>
          <a:ln w="7874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 txBox="1"/>
          <p:nvPr/>
        </p:nvSpPr>
        <p:spPr>
          <a:xfrm>
            <a:off x="2125628" y="8011990"/>
            <a:ext cx="111760" cy="85090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0320" marR="5080" indent="-8255">
              <a:lnSpc>
                <a:spcPct val="79200"/>
              </a:lnSpc>
              <a:spcBef>
                <a:spcPts val="885"/>
              </a:spcBef>
            </a:pPr>
            <a:r>
              <a:rPr sz="3000" spc="-50" dirty="0">
                <a:solidFill>
                  <a:srgbClr val="505050"/>
                </a:solidFill>
                <a:latin typeface="Arial"/>
                <a:cs typeface="Arial"/>
              </a:rPr>
              <a:t>l </a:t>
            </a:r>
            <a:r>
              <a:rPr sz="3000" spc="-90" dirty="0">
                <a:solidFill>
                  <a:srgbClr val="505050"/>
                </a:solidFill>
                <a:latin typeface="Arial"/>
                <a:cs typeface="Arial"/>
              </a:rPr>
              <a:t>l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655272" y="8563238"/>
            <a:ext cx="48514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solidFill>
                  <a:srgbClr val="7C90B3"/>
                </a:solidFill>
                <a:latin typeface="Arial"/>
                <a:cs typeface="Arial"/>
              </a:rPr>
              <a:t>move</a:t>
            </a:r>
            <a:r>
              <a:rPr sz="600" spc="-20" dirty="0">
                <a:solidFill>
                  <a:srgbClr val="676769"/>
                </a:solidFill>
                <a:latin typeface="Arial"/>
                <a:cs typeface="Arial"/>
              </a:rPr>
              <a:t>_</a:t>
            </a:r>
            <a:r>
              <a:rPr sz="600" spc="-20" dirty="0">
                <a:solidFill>
                  <a:srgbClr val="667CA1"/>
                </a:solidFill>
                <a:latin typeface="Arial"/>
                <a:cs typeface="Arial"/>
              </a:rPr>
              <a:t>to</a:t>
            </a:r>
            <a:r>
              <a:rPr sz="600" spc="-20" dirty="0">
                <a:solidFill>
                  <a:srgbClr val="676769"/>
                </a:solidFill>
                <a:latin typeface="Arial"/>
                <a:cs typeface="Arial"/>
              </a:rPr>
              <a:t>_f</a:t>
            </a:r>
            <a:r>
              <a:rPr sz="600" spc="-20" dirty="0">
                <a:solidFill>
                  <a:srgbClr val="667CA1"/>
                </a:solidFill>
                <a:latin typeface="Arial"/>
                <a:cs typeface="Arial"/>
              </a:rPr>
              <a:t>ron</a:t>
            </a:r>
            <a:r>
              <a:rPr sz="600" spc="-20" dirty="0">
                <a:solidFill>
                  <a:srgbClr val="808285"/>
                </a:solidFill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4286703" y="8421489"/>
            <a:ext cx="80645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-114" dirty="0">
                <a:solidFill>
                  <a:srgbClr val="383D44"/>
                </a:solidFill>
                <a:latin typeface="Arial"/>
                <a:cs typeface="Arial"/>
              </a:rPr>
              <a:t>[</a:t>
            </a:r>
            <a:endParaRPr sz="215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4519599" y="8555363"/>
            <a:ext cx="62166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10" dirty="0">
                <a:solidFill>
                  <a:srgbClr val="676769"/>
                </a:solidFill>
                <a:latin typeface="Arial"/>
                <a:cs typeface="Arial"/>
              </a:rPr>
              <a:t>Doubly</a:t>
            </a:r>
            <a:r>
              <a:rPr sz="600" spc="-10" dirty="0">
                <a:solidFill>
                  <a:srgbClr val="808285"/>
                </a:solidFill>
                <a:latin typeface="Arial"/>
                <a:cs typeface="Arial"/>
              </a:rPr>
              <a:t>Lif'l</a:t>
            </a:r>
            <a:r>
              <a:rPr sz="600" spc="-10" dirty="0">
                <a:solidFill>
                  <a:srgbClr val="505050"/>
                </a:solidFill>
                <a:latin typeface="Arial"/>
                <a:cs typeface="Arial"/>
              </a:rPr>
              <a:t>ked</a:t>
            </a:r>
            <a:r>
              <a:rPr sz="550" spc="-10" dirty="0">
                <a:solidFill>
                  <a:srgbClr val="808285"/>
                </a:solidFill>
                <a:latin typeface="Arial"/>
                <a:cs typeface="Arial"/>
              </a:rPr>
              <a:t>lJst</a:t>
            </a:r>
            <a:endParaRPr sz="550">
              <a:latin typeface="Arial"/>
              <a:cs typeface="Arial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5276634" y="8772811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461" y="0"/>
                </a:lnTo>
              </a:path>
            </a:pathLst>
          </a:custGeom>
          <a:ln w="7874">
            <a:solidFill>
              <a:srgbClr val="6767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5263936" y="8374239"/>
            <a:ext cx="130810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spc="114" dirty="0">
                <a:solidFill>
                  <a:srgbClr val="676769"/>
                </a:solidFill>
                <a:latin typeface="Arial"/>
                <a:cs typeface="Arial"/>
              </a:rPr>
              <a:t>l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6480188" y="8503304"/>
            <a:ext cx="628015" cy="2266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0325" indent="-40005">
              <a:lnSpc>
                <a:spcPct val="100000"/>
              </a:lnSpc>
              <a:spcBef>
                <a:spcPts val="204"/>
              </a:spcBef>
              <a:buClr>
                <a:srgbClr val="676769"/>
              </a:buClr>
              <a:buSzPct val="81818"/>
              <a:buChar char="•"/>
              <a:tabLst>
                <a:tab pos="60325" algn="l"/>
              </a:tabLst>
            </a:pPr>
            <a:r>
              <a:rPr sz="550" spc="-10" dirty="0">
                <a:solidFill>
                  <a:srgbClr val="7C90B3"/>
                </a:solidFill>
                <a:latin typeface="Arial"/>
                <a:cs typeface="Arial"/>
              </a:rPr>
              <a:t>	append</a:t>
            </a:r>
            <a:r>
              <a:rPr sz="550" spc="-10" dirty="0">
                <a:solidFill>
                  <a:srgbClr val="979797"/>
                </a:solidFill>
                <a:latin typeface="Arial"/>
                <a:cs typeface="Arial"/>
              </a:rPr>
              <a:t>_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l</a:t>
            </a:r>
            <a:r>
              <a:rPr sz="550" spc="-10" dirty="0">
                <a:solidFill>
                  <a:srgbClr val="667CA1"/>
                </a:solidFill>
                <a:latin typeface="Arial"/>
                <a:cs typeface="Arial"/>
              </a:rPr>
              <a:t>o</a:t>
            </a:r>
            <a:r>
              <a:rPr sz="550" spc="-10" dirty="0">
                <a:solidFill>
                  <a:srgbClr val="979797"/>
                </a:solidFill>
                <a:latin typeface="Arial"/>
                <a:cs typeface="Arial"/>
              </a:rPr>
              <a:t>_</a:t>
            </a:r>
            <a:r>
              <a:rPr sz="550" spc="-10" dirty="0">
                <a:solidFill>
                  <a:srgbClr val="667CA1"/>
                </a:solidFill>
                <a:latin typeface="Arial"/>
                <a:cs typeface="Arial"/>
              </a:rPr>
              <a:t>front</a:t>
            </a:r>
            <a:endParaRPr sz="550">
              <a:latin typeface="Arial"/>
              <a:cs typeface="Arial"/>
            </a:endParaRPr>
          </a:p>
          <a:p>
            <a:pPr marL="58419" indent="-45720">
              <a:lnSpc>
                <a:spcPct val="100000"/>
              </a:lnSpc>
              <a:spcBef>
                <a:spcPts val="150"/>
              </a:spcBef>
              <a:buClr>
                <a:srgbClr val="808285"/>
              </a:buClr>
              <a:buChar char="•"/>
              <a:tabLst>
                <a:tab pos="58419" algn="l"/>
              </a:tabLst>
            </a:pPr>
            <a:r>
              <a:rPr sz="550" spc="-10" dirty="0">
                <a:solidFill>
                  <a:srgbClr val="7C90B3"/>
                </a:solidFill>
                <a:latin typeface="Arial"/>
                <a:cs typeface="Arial"/>
              </a:rPr>
              <a:t>rem¢'¥e</a:t>
            </a:r>
            <a:r>
              <a:rPr sz="550" spc="-10" dirty="0">
                <a:solidFill>
                  <a:srgbClr val="AFB1B6"/>
                </a:solidFill>
                <a:latin typeface="Arial"/>
                <a:cs typeface="Arial"/>
              </a:rPr>
              <a:t>_</a:t>
            </a:r>
            <a:r>
              <a:rPr sz="550" spc="-10" dirty="0">
                <a:solidFill>
                  <a:srgbClr val="7C90B3"/>
                </a:solidFill>
                <a:latin typeface="Arial"/>
                <a:cs typeface="Arial"/>
              </a:rPr>
              <a:t>rrom</a:t>
            </a:r>
            <a:r>
              <a:rPr sz="550" spc="-10" dirty="0">
                <a:solidFill>
                  <a:srgbClr val="AFB1B6"/>
                </a:solidFill>
                <a:latin typeface="Arial"/>
                <a:cs typeface="Arial"/>
              </a:rPr>
              <a:t>_</a:t>
            </a:r>
            <a:r>
              <a:rPr sz="550" spc="-10" dirty="0">
                <a:solidFill>
                  <a:srgbClr val="93A5C1"/>
                </a:solidFill>
                <a:latin typeface="Arial"/>
                <a:cs typeface="Arial"/>
              </a:rPr>
              <a:t>;iil</a:t>
            </a:r>
            <a:r>
              <a:rPr sz="550" spc="-10" dirty="0">
                <a:solidFill>
                  <a:srgbClr val="667CA1"/>
                </a:solidFill>
                <a:latin typeface="Arial"/>
                <a:cs typeface="Arial"/>
              </a:rPr>
              <a:t>il</a:t>
            </a:r>
            <a:endParaRPr sz="550">
              <a:latin typeface="Arial"/>
              <a:cs typeface="Arial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7311862" y="8709811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461" y="0"/>
                </a:lnTo>
              </a:path>
            </a:pathLst>
          </a:custGeom>
          <a:ln w="7874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 txBox="1"/>
          <p:nvPr/>
        </p:nvSpPr>
        <p:spPr>
          <a:xfrm>
            <a:off x="7299165" y="8027741"/>
            <a:ext cx="80645" cy="7499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50" spc="-114" dirty="0">
                <a:solidFill>
                  <a:srgbClr val="505050"/>
                </a:solidFill>
                <a:latin typeface="Arial"/>
                <a:cs typeface="Arial"/>
              </a:rPr>
              <a:t>[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150" spc="-114" dirty="0">
                <a:solidFill>
                  <a:srgbClr val="505050"/>
                </a:solidFill>
                <a:latin typeface="Arial"/>
                <a:cs typeface="Arial"/>
              </a:rPr>
              <a:t>[</a:t>
            </a:r>
            <a:endParaRPr sz="2150">
              <a:latin typeface="Arial"/>
              <a:cs typeface="Arial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7532666" y="8563238"/>
            <a:ext cx="60896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676769"/>
                </a:solidFill>
                <a:latin typeface="Arial"/>
                <a:cs typeface="Arial"/>
              </a:rPr>
              <a:t>Doub</a:t>
            </a:r>
            <a:r>
              <a:rPr sz="550" dirty="0">
                <a:solidFill>
                  <a:srgbClr val="383D44"/>
                </a:solidFill>
                <a:latin typeface="Arial"/>
                <a:cs typeface="Arial"/>
              </a:rPr>
              <a:t>l</a:t>
            </a:r>
            <a:r>
              <a:rPr sz="550" dirty="0">
                <a:solidFill>
                  <a:srgbClr val="676769"/>
                </a:solidFill>
                <a:latin typeface="Arial"/>
                <a:cs typeface="Arial"/>
              </a:rPr>
              <a:t>y</a:t>
            </a:r>
            <a:r>
              <a:rPr sz="550" spc="-10" dirty="0">
                <a:solidFill>
                  <a:srgbClr val="676769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676769"/>
                </a:solidFill>
                <a:latin typeface="Arial"/>
                <a:cs typeface="Arial"/>
              </a:rPr>
              <a:t>Lin�ed</a:t>
            </a:r>
            <a:r>
              <a:rPr sz="550" spc="-65" dirty="0">
                <a:solidFill>
                  <a:srgbClr val="676769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808285"/>
                </a:solidFill>
                <a:latin typeface="Arial"/>
                <a:cs typeface="Arial"/>
              </a:rPr>
              <a:t>Lis</a:t>
            </a:r>
            <a:r>
              <a:rPr sz="550" spc="-20" dirty="0">
                <a:solidFill>
                  <a:srgbClr val="676769"/>
                </a:solidFill>
                <a:latin typeface="Arial"/>
                <a:cs typeface="Arial"/>
              </a:rPr>
              <a:t>t</a:t>
            </a:r>
            <a:endParaRPr sz="550">
              <a:latin typeface="Arial"/>
              <a:cs typeface="Aria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8278411" y="8405739"/>
            <a:ext cx="104139" cy="450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spc="-50" dirty="0">
                <a:solidFill>
                  <a:srgbClr val="979797"/>
                </a:solidFill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701" y="1842831"/>
            <a:ext cx="2658516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5872" y="1827085"/>
            <a:ext cx="1069699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64226" y="1827085"/>
            <a:ext cx="1919166" cy="598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87894" y="1842831"/>
            <a:ext cx="1006775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73322" y="1842831"/>
            <a:ext cx="676427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12674" y="1842831"/>
            <a:ext cx="2359630" cy="582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57685" y="3748576"/>
            <a:ext cx="2595593" cy="393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17271" y="4221075"/>
            <a:ext cx="1415778" cy="10079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247568" y="6205570"/>
            <a:ext cx="361810" cy="173249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87067" y="4095076"/>
            <a:ext cx="660696" cy="114974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939730" y="6536318"/>
            <a:ext cx="943852" cy="88199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733048" y="6615069"/>
            <a:ext cx="959582" cy="9449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321867" y="5985070"/>
            <a:ext cx="2910210" cy="56699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384788" y="6725319"/>
            <a:ext cx="849466" cy="85049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303960" y="6772568"/>
            <a:ext cx="440464" cy="7087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892540" y="8694063"/>
            <a:ext cx="755081" cy="116549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711632" y="9954059"/>
            <a:ext cx="1124757" cy="1417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434164" y="8930313"/>
            <a:ext cx="1038237" cy="99224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198200" y="10017059"/>
            <a:ext cx="1164083" cy="1259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721915" y="8946063"/>
            <a:ext cx="1321393" cy="99224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926419" y="10048560"/>
            <a:ext cx="833735" cy="14174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357685" y="10568308"/>
            <a:ext cx="2406822" cy="55124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809526" y="10678558"/>
            <a:ext cx="2438284" cy="440998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629234" y="346582"/>
            <a:ext cx="0" cy="1181735"/>
          </a:xfrm>
          <a:custGeom>
            <a:avLst/>
            <a:gdLst/>
            <a:ahLst/>
            <a:cxnLst/>
            <a:rect l="l" t="t" r="r" b="b"/>
            <a:pathLst>
              <a:path h="1181735">
                <a:moveTo>
                  <a:pt x="0" y="118124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91091" y="330832"/>
            <a:ext cx="0" cy="1197610"/>
          </a:xfrm>
          <a:custGeom>
            <a:avLst/>
            <a:gdLst/>
            <a:ahLst/>
            <a:cxnLst/>
            <a:rect l="l" t="t" r="r" b="b"/>
            <a:pathLst>
              <a:path h="1197610">
                <a:moveTo>
                  <a:pt x="0" y="1196997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799236" y="3323325"/>
            <a:ext cx="0" cy="7969884"/>
          </a:xfrm>
          <a:custGeom>
            <a:avLst/>
            <a:gdLst/>
            <a:ahLst/>
            <a:cxnLst/>
            <a:rect l="l" t="t" r="r" b="b"/>
            <a:pathLst>
              <a:path h="7969884">
                <a:moveTo>
                  <a:pt x="0" y="7969480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279027" y="8631062"/>
            <a:ext cx="0" cy="1638300"/>
          </a:xfrm>
          <a:custGeom>
            <a:avLst/>
            <a:gdLst/>
            <a:ahLst/>
            <a:cxnLst/>
            <a:rect l="l" t="t" r="r" b="b"/>
            <a:pathLst>
              <a:path h="1638300">
                <a:moveTo>
                  <a:pt x="0" y="1637995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279027" y="3858824"/>
            <a:ext cx="0" cy="1638300"/>
          </a:xfrm>
          <a:custGeom>
            <a:avLst/>
            <a:gdLst/>
            <a:ahLst/>
            <a:cxnLst/>
            <a:rect l="l" t="t" r="r" b="b"/>
            <a:pathLst>
              <a:path h="1638300">
                <a:moveTo>
                  <a:pt x="0" y="1637995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286893" y="10788806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276846" y="8316062"/>
            <a:ext cx="0" cy="504190"/>
          </a:xfrm>
          <a:custGeom>
            <a:avLst/>
            <a:gdLst/>
            <a:ahLst/>
            <a:cxnLst/>
            <a:rect l="l" t="t" r="r" b="b"/>
            <a:pathLst>
              <a:path h="504190">
                <a:moveTo>
                  <a:pt x="0" y="50399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3339771" y="6000818"/>
            <a:ext cx="0" cy="535940"/>
          </a:xfrm>
          <a:custGeom>
            <a:avLst/>
            <a:gdLst/>
            <a:ahLst/>
            <a:cxnLst/>
            <a:rect l="l" t="t" r="r" b="b"/>
            <a:pathLst>
              <a:path h="535940">
                <a:moveTo>
                  <a:pt x="0" y="53549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241025" y="6725316"/>
            <a:ext cx="0" cy="378460"/>
          </a:xfrm>
          <a:custGeom>
            <a:avLst/>
            <a:gdLst/>
            <a:ahLst/>
            <a:cxnLst/>
            <a:rect l="l" t="t" r="r" b="b"/>
            <a:pathLst>
              <a:path h="378459">
                <a:moveTo>
                  <a:pt x="0" y="377999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744413" y="6725316"/>
            <a:ext cx="0" cy="394335"/>
          </a:xfrm>
          <a:custGeom>
            <a:avLst/>
            <a:gdLst/>
            <a:ahLst/>
            <a:cxnLst/>
            <a:rect l="l" t="t" r="r" b="b"/>
            <a:pathLst>
              <a:path h="394334">
                <a:moveTo>
                  <a:pt x="0" y="39374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6337" y="330832"/>
            <a:ext cx="0" cy="882015"/>
          </a:xfrm>
          <a:custGeom>
            <a:avLst/>
            <a:gdLst/>
            <a:ahLst/>
            <a:cxnLst/>
            <a:rect l="l" t="t" r="r" b="b"/>
            <a:pathLst>
              <a:path h="882015">
                <a:moveTo>
                  <a:pt x="0" y="881997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302858" y="10788806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5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310724" y="8631062"/>
            <a:ext cx="0" cy="1622425"/>
          </a:xfrm>
          <a:custGeom>
            <a:avLst/>
            <a:gdLst/>
            <a:ahLst/>
            <a:cxnLst/>
            <a:rect l="l" t="t" r="r" b="b"/>
            <a:pathLst>
              <a:path h="1622425">
                <a:moveTo>
                  <a:pt x="0" y="1622245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310724" y="6221318"/>
            <a:ext cx="0" cy="1622425"/>
          </a:xfrm>
          <a:custGeom>
            <a:avLst/>
            <a:gdLst/>
            <a:ahLst/>
            <a:cxnLst/>
            <a:rect l="l" t="t" r="r" b="b"/>
            <a:pathLst>
              <a:path h="1622425">
                <a:moveTo>
                  <a:pt x="0" y="1622245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310724" y="3874573"/>
            <a:ext cx="0" cy="1622425"/>
          </a:xfrm>
          <a:custGeom>
            <a:avLst/>
            <a:gdLst/>
            <a:ahLst/>
            <a:cxnLst/>
            <a:rect l="l" t="t" r="r" b="b"/>
            <a:pathLst>
              <a:path h="1622425">
                <a:moveTo>
                  <a:pt x="0" y="1622245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90515" y="3323325"/>
            <a:ext cx="0" cy="7969884"/>
          </a:xfrm>
          <a:custGeom>
            <a:avLst/>
            <a:gdLst/>
            <a:ahLst/>
            <a:cxnLst/>
            <a:rect l="l" t="t" r="r" b="b"/>
            <a:pathLst>
              <a:path h="7969884">
                <a:moveTo>
                  <a:pt x="0" y="7969480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200606" y="1197080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4">
                <a:moveTo>
                  <a:pt x="0" y="0"/>
                </a:moveTo>
                <a:lnTo>
                  <a:pt x="130566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3503" y="151207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>
                <a:moveTo>
                  <a:pt x="0" y="0"/>
                </a:moveTo>
                <a:lnTo>
                  <a:pt x="179331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775640" y="3339075"/>
            <a:ext cx="8038465" cy="0"/>
          </a:xfrm>
          <a:custGeom>
            <a:avLst/>
            <a:gdLst/>
            <a:ahLst/>
            <a:cxnLst/>
            <a:rect l="l" t="t" r="r" b="b"/>
            <a:pathLst>
              <a:path w="8038465">
                <a:moveTo>
                  <a:pt x="0" y="0"/>
                </a:moveTo>
                <a:lnTo>
                  <a:pt x="8038470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6061210" y="3591074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>
                <a:moveTo>
                  <a:pt x="0" y="0"/>
                </a:moveTo>
                <a:lnTo>
                  <a:pt x="409002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512810" y="3591074"/>
            <a:ext cx="440690" cy="0"/>
          </a:xfrm>
          <a:custGeom>
            <a:avLst/>
            <a:gdLst/>
            <a:ahLst/>
            <a:cxnLst/>
            <a:rect l="l" t="t" r="r" b="b"/>
            <a:pathLst>
              <a:path w="440690">
                <a:moveTo>
                  <a:pt x="0" y="0"/>
                </a:moveTo>
                <a:lnTo>
                  <a:pt x="440464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6438751" y="3787949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5">
                <a:moveTo>
                  <a:pt x="0" y="0"/>
                </a:moveTo>
                <a:lnTo>
                  <a:pt x="1809049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101627" y="5567695"/>
            <a:ext cx="3146425" cy="0"/>
          </a:xfrm>
          <a:custGeom>
            <a:avLst/>
            <a:gdLst/>
            <a:ahLst/>
            <a:cxnLst/>
            <a:rect l="l" t="t" r="r" b="b"/>
            <a:pathLst>
              <a:path w="3146425">
                <a:moveTo>
                  <a:pt x="0" y="0"/>
                </a:moveTo>
                <a:lnTo>
                  <a:pt x="3146172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1357682" y="5567695"/>
            <a:ext cx="3146425" cy="0"/>
          </a:xfrm>
          <a:custGeom>
            <a:avLst/>
            <a:gdLst/>
            <a:ahLst/>
            <a:cxnLst/>
            <a:rect l="l" t="t" r="r" b="b"/>
            <a:pathLst>
              <a:path w="3146425">
                <a:moveTo>
                  <a:pt x="0" y="0"/>
                </a:moveTo>
                <a:lnTo>
                  <a:pt x="3146172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418425" y="6000818"/>
            <a:ext cx="1007110" cy="0"/>
          </a:xfrm>
          <a:custGeom>
            <a:avLst/>
            <a:gdLst/>
            <a:ahLst/>
            <a:cxnLst/>
            <a:rect l="l" t="t" r="r" b="b"/>
            <a:pathLst>
              <a:path w="1007109">
                <a:moveTo>
                  <a:pt x="0" y="0"/>
                </a:moveTo>
                <a:lnTo>
                  <a:pt x="100677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1373413" y="6134693"/>
            <a:ext cx="1982470" cy="0"/>
          </a:xfrm>
          <a:custGeom>
            <a:avLst/>
            <a:gdLst/>
            <a:ahLst/>
            <a:cxnLst/>
            <a:rect l="l" t="t" r="r" b="b"/>
            <a:pathLst>
              <a:path w="1982469">
                <a:moveTo>
                  <a:pt x="0" y="0"/>
                </a:moveTo>
                <a:lnTo>
                  <a:pt x="1982088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3324040" y="6520567"/>
            <a:ext cx="1557655" cy="0"/>
          </a:xfrm>
          <a:custGeom>
            <a:avLst/>
            <a:gdLst/>
            <a:ahLst/>
            <a:cxnLst/>
            <a:rect l="l" t="t" r="r" b="b"/>
            <a:pathLst>
              <a:path w="1557655">
                <a:moveTo>
                  <a:pt x="0" y="0"/>
                </a:moveTo>
                <a:lnTo>
                  <a:pt x="1557355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319679" y="6717441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195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5903902" y="7914439"/>
            <a:ext cx="928369" cy="0"/>
          </a:xfrm>
          <a:custGeom>
            <a:avLst/>
            <a:gdLst/>
            <a:ahLst/>
            <a:cxnLst/>
            <a:rect l="l" t="t" r="r" b="b"/>
            <a:pathLst>
              <a:path w="928369">
                <a:moveTo>
                  <a:pt x="0" y="0"/>
                </a:moveTo>
                <a:lnTo>
                  <a:pt x="928120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3103807" y="7914439"/>
            <a:ext cx="424815" cy="0"/>
          </a:xfrm>
          <a:custGeom>
            <a:avLst/>
            <a:gdLst/>
            <a:ahLst/>
            <a:cxnLst/>
            <a:rect l="l" t="t" r="r" b="b"/>
            <a:pathLst>
              <a:path w="424815">
                <a:moveTo>
                  <a:pt x="0" y="0"/>
                </a:moveTo>
                <a:lnTo>
                  <a:pt x="424733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5935363" y="8284563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>
                <a:moveTo>
                  <a:pt x="0" y="0"/>
                </a:moveTo>
                <a:lnTo>
                  <a:pt x="409002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6312903" y="8544437"/>
            <a:ext cx="1935480" cy="0"/>
          </a:xfrm>
          <a:custGeom>
            <a:avLst/>
            <a:gdLst/>
            <a:ahLst/>
            <a:cxnLst/>
            <a:rect l="l" t="t" r="r" b="b"/>
            <a:pathLst>
              <a:path w="1935480">
                <a:moveTo>
                  <a:pt x="0" y="0"/>
                </a:moveTo>
                <a:lnTo>
                  <a:pt x="1934896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1357682" y="8544437"/>
            <a:ext cx="1935480" cy="0"/>
          </a:xfrm>
          <a:custGeom>
            <a:avLst/>
            <a:gdLst/>
            <a:ahLst/>
            <a:cxnLst/>
            <a:rect l="l" t="t" r="r" b="b"/>
            <a:pathLst>
              <a:path w="1935480">
                <a:moveTo>
                  <a:pt x="0" y="0"/>
                </a:moveTo>
                <a:lnTo>
                  <a:pt x="1934896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3261116" y="8788562"/>
            <a:ext cx="3083560" cy="0"/>
          </a:xfrm>
          <a:custGeom>
            <a:avLst/>
            <a:gdLst/>
            <a:ahLst/>
            <a:cxnLst/>
            <a:rect l="l" t="t" r="r" b="b"/>
            <a:pathLst>
              <a:path w="3083559">
                <a:moveTo>
                  <a:pt x="0" y="0"/>
                </a:moveTo>
                <a:lnTo>
                  <a:pt x="308324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7508449" y="10324183"/>
            <a:ext cx="739775" cy="0"/>
          </a:xfrm>
          <a:custGeom>
            <a:avLst/>
            <a:gdLst/>
            <a:ahLst/>
            <a:cxnLst/>
            <a:rect l="l" t="t" r="r" b="b"/>
            <a:pathLst>
              <a:path w="739775">
                <a:moveTo>
                  <a:pt x="0" y="0"/>
                </a:moveTo>
                <a:lnTo>
                  <a:pt x="739350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341951" y="10324183"/>
            <a:ext cx="3162300" cy="0"/>
          </a:xfrm>
          <a:custGeom>
            <a:avLst/>
            <a:gdLst/>
            <a:ahLst/>
            <a:cxnLst/>
            <a:rect l="l" t="t" r="r" b="b"/>
            <a:pathLst>
              <a:path w="3162300">
                <a:moveTo>
                  <a:pt x="0" y="0"/>
                </a:moveTo>
                <a:lnTo>
                  <a:pt x="3161903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5101627" y="10332057"/>
            <a:ext cx="1887855" cy="0"/>
          </a:xfrm>
          <a:custGeom>
            <a:avLst/>
            <a:gdLst/>
            <a:ahLst/>
            <a:cxnLst/>
            <a:rect l="l" t="t" r="r" b="b"/>
            <a:pathLst>
              <a:path w="1887855">
                <a:moveTo>
                  <a:pt x="0" y="0"/>
                </a:moveTo>
                <a:lnTo>
                  <a:pt x="1887703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5054434" y="9064186"/>
            <a:ext cx="598170" cy="0"/>
          </a:xfrm>
          <a:custGeom>
            <a:avLst/>
            <a:gdLst/>
            <a:ahLst/>
            <a:cxnLst/>
            <a:rect l="l" t="t" r="r" b="b"/>
            <a:pathLst>
              <a:path w="598169">
                <a:moveTo>
                  <a:pt x="0" y="0"/>
                </a:moveTo>
                <a:lnTo>
                  <a:pt x="597772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3" name="object 63"/>
          <p:cNvGrpSpPr/>
          <p:nvPr/>
        </p:nvGrpSpPr>
        <p:grpSpPr>
          <a:xfrm>
            <a:off x="15042636" y="9056311"/>
            <a:ext cx="735965" cy="763905"/>
            <a:chOff x="15042636" y="9056311"/>
            <a:chExt cx="735965" cy="763905"/>
          </a:xfrm>
        </p:grpSpPr>
        <p:sp>
          <p:nvSpPr>
            <p:cNvPr id="64" name="object 64"/>
            <p:cNvSpPr/>
            <p:nvPr/>
          </p:nvSpPr>
          <p:spPr>
            <a:xfrm>
              <a:off x="15054434" y="9229561"/>
              <a:ext cx="598170" cy="0"/>
            </a:xfrm>
            <a:custGeom>
              <a:avLst/>
              <a:gdLst/>
              <a:ahLst/>
              <a:cxnLst/>
              <a:rect l="l" t="t" r="r" b="b"/>
              <a:pathLst>
                <a:path w="598169">
                  <a:moveTo>
                    <a:pt x="0" y="0"/>
                  </a:moveTo>
                  <a:lnTo>
                    <a:pt x="597772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5628611" y="9056311"/>
              <a:ext cx="0" cy="417830"/>
            </a:xfrm>
            <a:custGeom>
              <a:avLst/>
              <a:gdLst/>
              <a:ahLst/>
              <a:cxnLst/>
              <a:rect l="l" t="t" r="r" b="b"/>
              <a:pathLst>
                <a:path h="417829">
                  <a:moveTo>
                    <a:pt x="0" y="417373"/>
                  </a:moveTo>
                  <a:lnTo>
                    <a:pt x="0" y="0"/>
                  </a:lnTo>
                </a:path>
              </a:pathLst>
            </a:custGeom>
            <a:ln w="393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5046569" y="9457935"/>
              <a:ext cx="716280" cy="0"/>
            </a:xfrm>
            <a:custGeom>
              <a:avLst/>
              <a:gdLst/>
              <a:ahLst/>
              <a:cxnLst/>
              <a:rect l="l" t="t" r="r" b="b"/>
              <a:pathLst>
                <a:path w="716280">
                  <a:moveTo>
                    <a:pt x="0" y="0"/>
                  </a:moveTo>
                  <a:lnTo>
                    <a:pt x="715754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5062300" y="9056311"/>
              <a:ext cx="0" cy="756285"/>
            </a:xfrm>
            <a:custGeom>
              <a:avLst/>
              <a:gdLst/>
              <a:ahLst/>
              <a:cxnLst/>
              <a:rect l="l" t="t" r="r" b="b"/>
              <a:pathLst>
                <a:path h="756284">
                  <a:moveTo>
                    <a:pt x="0" y="755998"/>
                  </a:moveTo>
                  <a:lnTo>
                    <a:pt x="0" y="0"/>
                  </a:lnTo>
                </a:path>
              </a:pathLst>
            </a:custGeom>
            <a:ln w="393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5054434" y="9804434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809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5392648" y="9450060"/>
              <a:ext cx="0" cy="362585"/>
            </a:xfrm>
            <a:custGeom>
              <a:avLst/>
              <a:gdLst/>
              <a:ahLst/>
              <a:cxnLst/>
              <a:rect l="l" t="t" r="r" b="b"/>
              <a:pathLst>
                <a:path h="362584">
                  <a:moveTo>
                    <a:pt x="0" y="362249"/>
                  </a:moveTo>
                  <a:lnTo>
                    <a:pt x="0" y="0"/>
                  </a:lnTo>
                </a:path>
              </a:pathLst>
            </a:custGeom>
            <a:ln w="393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5376917" y="9450060"/>
              <a:ext cx="401320" cy="370205"/>
            </a:xfrm>
            <a:custGeom>
              <a:avLst/>
              <a:gdLst/>
              <a:ahLst/>
              <a:cxnLst/>
              <a:rect l="l" t="t" r="r" b="b"/>
              <a:pathLst>
                <a:path w="401319" h="370204">
                  <a:moveTo>
                    <a:pt x="0" y="354374"/>
                  </a:moveTo>
                  <a:lnTo>
                    <a:pt x="401136" y="354374"/>
                  </a:lnTo>
                </a:path>
                <a:path w="401319" h="370204">
                  <a:moveTo>
                    <a:pt x="385406" y="370124"/>
                  </a:moveTo>
                  <a:lnTo>
                    <a:pt x="385406" y="0"/>
                  </a:lnTo>
                </a:path>
              </a:pathLst>
            </a:custGeom>
            <a:ln w="23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37099" y="770943"/>
            <a:ext cx="175006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30"/>
              </a:spcBef>
            </a:pPr>
            <a:r>
              <a:rPr sz="1800" b="1" spc="105" dirty="0">
                <a:solidFill>
                  <a:srgbClr val="979797"/>
                </a:solidFill>
                <a:latin typeface="Arial"/>
                <a:cs typeface="Arial"/>
              </a:rPr>
              <a:t>600</a:t>
            </a:r>
            <a:r>
              <a:rPr sz="1800" b="1" spc="-75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050" b="1" spc="70" dirty="0">
                <a:solidFill>
                  <a:srgbClr val="979797"/>
                </a:solidFill>
                <a:latin typeface="Arial"/>
                <a:cs typeface="Arial"/>
              </a:rPr>
              <a:t>X</a:t>
            </a:r>
            <a:r>
              <a:rPr sz="1050" b="1" spc="385" dirty="0">
                <a:solidFill>
                  <a:srgbClr val="979797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979797"/>
                </a:solidFill>
                <a:latin typeface="Arial"/>
                <a:cs typeface="Arial"/>
              </a:rPr>
              <a:t>400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8456371" y="637076"/>
            <a:ext cx="8140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979797"/>
                </a:solidFill>
                <a:latin typeface="Times New Roman"/>
                <a:cs typeface="Times New Roman"/>
              </a:rPr>
              <a:t>600</a:t>
            </a:r>
            <a:r>
              <a:rPr sz="1450" b="1" spc="-35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1450" b="1" spc="130" dirty="0">
                <a:solidFill>
                  <a:srgbClr val="979797"/>
                </a:solidFill>
                <a:latin typeface="Times New Roman"/>
                <a:cs typeface="Times New Roman"/>
              </a:rPr>
              <a:t>x400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22500" y="3325434"/>
            <a:ext cx="8647430" cy="126682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35"/>
              </a:spcBef>
            </a:pPr>
            <a:r>
              <a:rPr sz="3250" spc="105" dirty="0">
                <a:solidFill>
                  <a:srgbClr val="333D4D"/>
                </a:solidFill>
                <a:latin typeface="Arial"/>
                <a:cs typeface="Arial"/>
              </a:rPr>
              <a:t>Integration</a:t>
            </a:r>
            <a:r>
              <a:rPr sz="3250" spc="-5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105" dirty="0">
                <a:solidFill>
                  <a:srgbClr val="333D4D"/>
                </a:solidFill>
                <a:latin typeface="Arial"/>
                <a:cs typeface="Arial"/>
              </a:rPr>
              <a:t>of</a:t>
            </a:r>
            <a:r>
              <a:rPr sz="3250" spc="-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350" b="1" spc="-50" dirty="0">
                <a:solidFill>
                  <a:srgbClr val="03315D"/>
                </a:solidFill>
                <a:latin typeface="Arial"/>
                <a:cs typeface="Arial"/>
              </a:rPr>
              <a:t>Edge</a:t>
            </a:r>
            <a:r>
              <a:rPr sz="3350" b="1" spc="-50" dirty="0">
                <a:solidFill>
                  <a:srgbClr val="333D4D"/>
                </a:solidFill>
                <a:latin typeface="Arial"/>
                <a:cs typeface="Arial"/>
              </a:rPr>
              <a:t>,</a:t>
            </a:r>
            <a:r>
              <a:rPr sz="3350" b="1" spc="-50" dirty="0">
                <a:solidFill>
                  <a:srgbClr val="03315D"/>
                </a:solidFill>
                <a:latin typeface="Arial"/>
                <a:cs typeface="Arial"/>
              </a:rPr>
              <a:t>Cloud</a:t>
            </a:r>
            <a:r>
              <a:rPr sz="3350" b="1" spc="-50" dirty="0">
                <a:solidFill>
                  <a:srgbClr val="333D4D"/>
                </a:solidFill>
                <a:latin typeface="Arial"/>
                <a:cs typeface="Arial"/>
              </a:rPr>
              <a:t>,</a:t>
            </a:r>
            <a:r>
              <a:rPr sz="3350" b="1" spc="-57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and</a:t>
            </a:r>
            <a:r>
              <a:rPr sz="3250" spc="-12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03315D"/>
                </a:solidFill>
                <a:latin typeface="Arial"/>
                <a:cs typeface="Arial"/>
              </a:rPr>
              <a:t>Visuals</a:t>
            </a:r>
            <a:endParaRPr sz="3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creates</a:t>
            </a:r>
            <a:r>
              <a:rPr sz="3250" spc="1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the</a:t>
            </a:r>
            <a:r>
              <a:rPr sz="3250" spc="27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120" dirty="0">
                <a:solidFill>
                  <a:srgbClr val="333D4D"/>
                </a:solidFill>
                <a:latin typeface="Arial"/>
                <a:cs typeface="Arial"/>
              </a:rPr>
              <a:t>ultimate</a:t>
            </a:r>
            <a:r>
              <a:rPr sz="3250" spc="-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95" dirty="0">
                <a:solidFill>
                  <a:srgbClr val="333D4D"/>
                </a:solidFill>
                <a:latin typeface="Arial"/>
                <a:cs typeface="Arial"/>
              </a:rPr>
              <a:t>industrial</a:t>
            </a:r>
            <a:r>
              <a:rPr sz="3250" spc="8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feedback</a:t>
            </a:r>
            <a:r>
              <a:rPr sz="3250" spc="26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55" dirty="0">
                <a:solidFill>
                  <a:srgbClr val="333D4D"/>
                </a:solidFill>
                <a:latin typeface="Arial"/>
                <a:cs typeface="Arial"/>
              </a:rPr>
              <a:t>loop.</a:t>
            </a:r>
            <a:endParaRPr sz="32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20022" y="5023436"/>
            <a:ext cx="8380730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5080" indent="-12065">
              <a:lnSpc>
                <a:spcPct val="124000"/>
              </a:lnSpc>
              <a:spcBef>
                <a:spcPts val="100"/>
              </a:spcBef>
            </a:pP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Standardized</a:t>
            </a:r>
            <a:r>
              <a:rPr sz="3250" spc="26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100" dirty="0">
                <a:solidFill>
                  <a:srgbClr val="333D4D"/>
                </a:solidFill>
                <a:latin typeface="Arial"/>
                <a:cs typeface="Arial"/>
              </a:rPr>
              <a:t>protocols</a:t>
            </a:r>
            <a:r>
              <a:rPr sz="3250" spc="4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and</a:t>
            </a:r>
            <a:r>
              <a:rPr sz="3250" spc="-100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TSDB</a:t>
            </a:r>
            <a:r>
              <a:rPr sz="3250" spc="-2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33D4D"/>
                </a:solidFill>
                <a:latin typeface="Arial"/>
                <a:cs typeface="Arial"/>
              </a:rPr>
              <a:t>backends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are</a:t>
            </a:r>
            <a:r>
              <a:rPr sz="3250" spc="-16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333D4D"/>
                </a:solidFill>
                <a:latin typeface="Arial"/>
                <a:cs typeface="Arial"/>
              </a:rPr>
              <a:t>the</a:t>
            </a:r>
            <a:r>
              <a:rPr sz="3250" spc="13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95" dirty="0">
                <a:solidFill>
                  <a:srgbClr val="333D4D"/>
                </a:solidFill>
                <a:latin typeface="Arial"/>
                <a:cs typeface="Arial"/>
              </a:rPr>
              <a:t>bedrock</a:t>
            </a:r>
            <a:r>
              <a:rPr sz="3250" spc="1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75" dirty="0">
                <a:solidFill>
                  <a:srgbClr val="333D4D"/>
                </a:solidFill>
                <a:latin typeface="Arial"/>
                <a:cs typeface="Arial"/>
              </a:rPr>
              <a:t>of</a:t>
            </a:r>
            <a:r>
              <a:rPr sz="3250" spc="-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70" dirty="0">
                <a:solidFill>
                  <a:srgbClr val="333D4D"/>
                </a:solidFill>
                <a:latin typeface="Arial"/>
                <a:cs typeface="Arial"/>
              </a:rPr>
              <a:t>reliable</a:t>
            </a:r>
            <a:r>
              <a:rPr sz="3250" spc="15" dirty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333D4D"/>
                </a:solidFill>
                <a:latin typeface="Arial"/>
                <a:cs typeface="Arial"/>
              </a:rPr>
              <a:t>systems.</a:t>
            </a:r>
            <a:endParaRPr sz="32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4015375" y="3712252"/>
            <a:ext cx="19227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50" dirty="0">
                <a:solidFill>
                  <a:srgbClr val="726044"/>
                </a:solidFill>
                <a:latin typeface="Arial"/>
                <a:cs typeface="Arial"/>
              </a:rPr>
              <a:t>Morutoong</a:t>
            </a:r>
            <a:r>
              <a:rPr sz="1300" b="1" spc="70" dirty="0">
                <a:solidFill>
                  <a:srgbClr val="726044"/>
                </a:solidFill>
                <a:latin typeface="Arial"/>
                <a:cs typeface="Arial"/>
              </a:rPr>
              <a:t> </a:t>
            </a:r>
            <a:r>
              <a:rPr sz="1300" b="1" spc="-80" dirty="0">
                <a:solidFill>
                  <a:srgbClr val="726044"/>
                </a:solidFill>
                <a:latin typeface="Arial"/>
                <a:cs typeface="Arial"/>
              </a:rPr>
              <a:t>and</a:t>
            </a:r>
            <a:r>
              <a:rPr sz="1300" b="1" spc="-175" dirty="0">
                <a:solidFill>
                  <a:srgbClr val="726044"/>
                </a:solidFill>
                <a:latin typeface="Arial"/>
                <a:cs typeface="Arial"/>
              </a:rPr>
              <a:t> </a:t>
            </a:r>
            <a:r>
              <a:rPr sz="1300" b="1" spc="-165" dirty="0">
                <a:solidFill>
                  <a:srgbClr val="726044"/>
                </a:solidFill>
                <a:latin typeface="Arial"/>
                <a:cs typeface="Arial"/>
              </a:rPr>
              <a:t>OptJmtzatJon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4698177" y="5428997"/>
            <a:ext cx="16129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484" dirty="0">
                <a:solidFill>
                  <a:srgbClr val="484644"/>
                </a:solidFill>
                <a:latin typeface="Arial"/>
                <a:cs typeface="Arial"/>
              </a:rPr>
              <a:t>r</a:t>
            </a:r>
            <a:endParaRPr sz="44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4385329" y="6133807"/>
            <a:ext cx="817244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-35" dirty="0">
                <a:solidFill>
                  <a:srgbClr val="726044"/>
                </a:solidFill>
                <a:latin typeface="Arial"/>
                <a:cs typeface="Arial"/>
              </a:rPr>
              <a:t>Mlp</a:t>
            </a:r>
            <a:r>
              <a:rPr sz="1250" b="1" spc="-35" dirty="0">
                <a:solidFill>
                  <a:srgbClr val="907C5B"/>
                </a:solidFill>
                <a:latin typeface="Arial"/>
                <a:cs typeface="Arial"/>
              </a:rPr>
              <a:t>1</a:t>
            </a:r>
            <a:r>
              <a:rPr sz="1250" b="1" spc="-35" dirty="0">
                <a:solidFill>
                  <a:srgbClr val="726044"/>
                </a:solidFill>
                <a:latin typeface="Arial"/>
                <a:cs typeface="Arial"/>
              </a:rPr>
              <a:t>pehne</a:t>
            </a:r>
            <a:endParaRPr sz="125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4739692" y="8174313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116" y="0"/>
                </a:lnTo>
              </a:path>
            </a:pathLst>
          </a:custGeom>
          <a:ln w="7874">
            <a:solidFill>
              <a:srgbClr val="4846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3262164" y="8290524"/>
            <a:ext cx="1578610" cy="0"/>
          </a:xfrm>
          <a:custGeom>
            <a:avLst/>
            <a:gdLst/>
            <a:ahLst/>
            <a:cxnLst/>
            <a:rect l="l" t="t" r="r" b="b"/>
            <a:pathLst>
              <a:path w="1578609">
                <a:moveTo>
                  <a:pt x="0" y="0"/>
                </a:moveTo>
                <a:lnTo>
                  <a:pt x="1578218" y="0"/>
                </a:lnTo>
              </a:path>
            </a:pathLst>
          </a:custGeom>
          <a:ln w="19380">
            <a:solidFill>
              <a:srgbClr val="F3CC9D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13652371" y="7519804"/>
            <a:ext cx="1598295" cy="767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20"/>
              </a:lnSpc>
              <a:spcBef>
                <a:spcPts val="95"/>
              </a:spcBef>
            </a:pPr>
            <a:r>
              <a:rPr sz="1400" b="1" spc="-135" dirty="0">
                <a:solidFill>
                  <a:srgbClr val="6B6B6B"/>
                </a:solidFill>
                <a:latin typeface="Arial"/>
                <a:cs typeface="Arial"/>
              </a:rPr>
              <a:t>Feature</a:t>
            </a:r>
            <a:r>
              <a:rPr sz="1400" b="1" spc="-50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6B6B6B"/>
                </a:solidFill>
                <a:latin typeface="Arial"/>
                <a:cs typeface="Arial"/>
              </a:rPr>
              <a:t>Selection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4420"/>
              </a:lnSpc>
              <a:tabLst>
                <a:tab pos="346075" algn="l"/>
              </a:tabLst>
            </a:pPr>
            <a:r>
              <a:rPr sz="3900" spc="-50" dirty="0">
                <a:solidFill>
                  <a:srgbClr val="484644"/>
                </a:solidFill>
                <a:latin typeface="Arial"/>
                <a:cs typeface="Arial"/>
              </a:rPr>
              <a:t>t</a:t>
            </a:r>
            <a:r>
              <a:rPr sz="3900" dirty="0">
                <a:solidFill>
                  <a:srgbClr val="484644"/>
                </a:solidFill>
                <a:latin typeface="Arial"/>
                <a:cs typeface="Arial"/>
              </a:rPr>
              <a:t>	</a:t>
            </a:r>
            <a:r>
              <a:rPr sz="3900" spc="-50" dirty="0">
                <a:solidFill>
                  <a:srgbClr val="F6B16B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717477" y="7519804"/>
            <a:ext cx="139763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45" dirty="0">
                <a:solidFill>
                  <a:srgbClr val="6B6B6B"/>
                </a:solidFill>
                <a:latin typeface="Arial"/>
                <a:cs typeface="Arial"/>
              </a:rPr>
              <a:t>Feature</a:t>
            </a:r>
            <a:r>
              <a:rPr sz="1400" b="1" spc="-3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400" b="1" spc="-195" dirty="0">
                <a:solidFill>
                  <a:srgbClr val="6B6B6B"/>
                </a:solidFill>
                <a:latin typeface="Arial"/>
                <a:cs typeface="Arial"/>
              </a:rPr>
              <a:t>Eng1neenng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5275227" y="7531617"/>
            <a:ext cx="102996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20" dirty="0">
                <a:solidFill>
                  <a:srgbClr val="6B6B6B"/>
                </a:solidFill>
                <a:latin typeface="Arial"/>
                <a:cs typeface="Arial"/>
              </a:rPr>
              <a:t>t</a:t>
            </a:r>
            <a:r>
              <a:rPr sz="1300" b="1" spc="-120" dirty="0">
                <a:solidFill>
                  <a:srgbClr val="484644"/>
                </a:solidFill>
                <a:latin typeface="Arial"/>
                <a:cs typeface="Arial"/>
              </a:rPr>
              <a:t>.</a:t>
            </a:r>
            <a:r>
              <a:rPr sz="1300" b="1" spc="-120" dirty="0">
                <a:solidFill>
                  <a:srgbClr val="6B6B6B"/>
                </a:solidFill>
                <a:latin typeface="Arial"/>
                <a:cs typeface="Arial"/>
              </a:rPr>
              <a:t>tOdel</a:t>
            </a:r>
            <a:r>
              <a:rPr sz="1300" b="1" spc="-12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300" b="1" spc="-190" dirty="0">
                <a:solidFill>
                  <a:srgbClr val="6B6B6B"/>
                </a:solidFill>
                <a:latin typeface="Arial"/>
                <a:cs typeface="Arial"/>
              </a:rPr>
              <a:t>Tra1n1ng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6875411" y="7519804"/>
            <a:ext cx="114554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90" dirty="0">
                <a:solidFill>
                  <a:srgbClr val="6B6B6B"/>
                </a:solidFill>
                <a:latin typeface="Times New Roman"/>
                <a:cs typeface="Times New Roman"/>
              </a:rPr>
              <a:t>"10del</a:t>
            </a:r>
            <a:r>
              <a:rPr sz="1350" b="1" spc="-30" dirty="0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sz="1400" b="1" spc="-60" dirty="0">
                <a:solidFill>
                  <a:srgbClr val="6B6B6B"/>
                </a:solidFill>
                <a:latin typeface="Arial"/>
                <a:cs typeface="Arial"/>
              </a:rPr>
              <a:t>va</a:t>
            </a:r>
            <a:r>
              <a:rPr sz="1400" b="1" spc="2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300" b="1" spc="-140" dirty="0">
                <a:solidFill>
                  <a:srgbClr val="6B6B6B"/>
                </a:solidFill>
                <a:latin typeface="Arial"/>
                <a:cs typeface="Arial"/>
              </a:rPr>
              <a:t>dal1on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3644376" y="8405739"/>
            <a:ext cx="23031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40" dirty="0">
                <a:solidFill>
                  <a:srgbClr val="726044"/>
                </a:solidFill>
                <a:latin typeface="Arial"/>
                <a:cs typeface="Arial"/>
              </a:rPr>
              <a:t>ETl</a:t>
            </a:r>
            <a:r>
              <a:rPr sz="1300" spc="470" dirty="0">
                <a:solidFill>
                  <a:srgbClr val="726044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907C5B"/>
                </a:solidFill>
                <a:latin typeface="Arial"/>
                <a:cs typeface="Arial"/>
              </a:rPr>
              <a:t>(</a:t>
            </a:r>
            <a:r>
              <a:rPr sz="1150" dirty="0">
                <a:solidFill>
                  <a:srgbClr val="726044"/>
                </a:solidFill>
                <a:latin typeface="Arial"/>
                <a:cs typeface="Arial"/>
              </a:rPr>
              <a:t>ExtradJon-</a:t>
            </a:r>
            <a:r>
              <a:rPr sz="1150" spc="55" dirty="0">
                <a:solidFill>
                  <a:srgbClr val="726044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726044"/>
                </a:solidFill>
                <a:latin typeface="Arial"/>
                <a:cs typeface="Arial"/>
              </a:rPr>
              <a:t>Transfonn-</a:t>
            </a:r>
            <a:r>
              <a:rPr sz="1300" spc="-20" dirty="0">
                <a:solidFill>
                  <a:srgbClr val="726044"/>
                </a:solidFill>
                <a:latin typeface="Arial"/>
                <a:cs typeface="Arial"/>
              </a:rPr>
              <a:t>Load</a:t>
            </a:r>
            <a:r>
              <a:rPr sz="1300" spc="-20" dirty="0">
                <a:solidFill>
                  <a:srgbClr val="907C5B"/>
                </a:solidFill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4876380" y="9559423"/>
            <a:ext cx="1353185" cy="61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solidFill>
                  <a:srgbClr val="181818"/>
                </a:solidFill>
                <a:latin typeface="Arial"/>
                <a:cs typeface="Arial"/>
              </a:rPr>
              <a:t>�,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45"/>
              </a:spcBef>
            </a:pPr>
            <a:r>
              <a:rPr sz="1000" u="sng" spc="2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l.oad</a:t>
            </a:r>
            <a:r>
              <a:rPr sz="1000" u="none" spc="-17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900" u="none" spc="50" dirty="0">
                <a:solidFill>
                  <a:srgbClr val="7E7E7E"/>
                </a:solidFill>
                <a:latin typeface="Times New Roman"/>
                <a:cs typeface="Times New Roman"/>
              </a:rPr>
              <a:t>10</a:t>
            </a:r>
            <a:r>
              <a:rPr sz="900" u="none" spc="-1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900" u="none" spc="85" dirty="0">
                <a:solidFill>
                  <a:srgbClr val="7E7E7E"/>
                </a:solidFill>
                <a:latin typeface="Times New Roman"/>
                <a:cs typeface="Times New Roman"/>
              </a:rPr>
              <a:t>Time-</a:t>
            </a:r>
            <a:r>
              <a:rPr sz="900" u="none" spc="140" dirty="0">
                <a:solidFill>
                  <a:srgbClr val="7E7E7E"/>
                </a:solidFill>
                <a:latin typeface="Times New Roman"/>
                <a:cs typeface="Times New Roman"/>
              </a:rPr>
              <a:t>MOU</a:t>
            </a:r>
            <a:r>
              <a:rPr sz="900" u="none" spc="1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150" u="none" spc="90" dirty="0">
                <a:solidFill>
                  <a:srgbClr val="7E7E7E"/>
                </a:solidFill>
                <a:latin typeface="Times New Roman"/>
                <a:cs typeface="Times New Roman"/>
              </a:rPr>
              <a:t>08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4729581" y="10232734"/>
            <a:ext cx="13652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80" dirty="0">
                <a:solidFill>
                  <a:srgbClr val="343431"/>
                </a:solidFill>
                <a:latin typeface="Arial"/>
                <a:cs typeface="Arial"/>
              </a:rPr>
              <a:t>t</a:t>
            </a:r>
            <a:endParaRPr sz="26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4297232" y="10709170"/>
            <a:ext cx="96202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40" dirty="0">
                <a:solidFill>
                  <a:srgbClr val="726044"/>
                </a:solidFill>
                <a:latin typeface="Arial"/>
                <a:cs typeface="Arial"/>
              </a:rPr>
              <a:t>Data</a:t>
            </a:r>
            <a:r>
              <a:rPr sz="1300" spc="-155" dirty="0">
                <a:solidFill>
                  <a:srgbClr val="726044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726044"/>
                </a:solidFill>
                <a:latin typeface="Arial"/>
                <a:cs typeface="Arial"/>
              </a:rPr>
              <a:t>Sources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5616831" y="11189544"/>
            <a:ext cx="11557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dirty="0">
                <a:solidFill>
                  <a:srgbClr val="90A549"/>
                </a:solidFill>
                <a:latin typeface="Arial"/>
                <a:cs typeface="Arial"/>
              </a:rPr>
              <a:t>I</a:t>
            </a:r>
            <a:r>
              <a:rPr sz="550" spc="245" dirty="0">
                <a:solidFill>
                  <a:srgbClr val="90A549"/>
                </a:solidFill>
                <a:latin typeface="Arial"/>
                <a:cs typeface="Arial"/>
              </a:rPr>
              <a:t> </a:t>
            </a:r>
            <a:r>
              <a:rPr sz="550" spc="-50" dirty="0">
                <a:solidFill>
                  <a:srgbClr val="90A549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2077</Words>
  <Application>Microsoft Office PowerPoint</Application>
  <PresentationFormat>Custom</PresentationFormat>
  <Paragraphs>671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Courier New</vt:lpstr>
      <vt:lpstr>Times New Roman</vt:lpstr>
      <vt:lpstr>Office Theme</vt:lpstr>
      <vt:lpstr>•</vt:lpstr>
      <vt:lpstr>PowerPoint Presentation</vt:lpstr>
      <vt:lpstr>PowerPoint Presentation</vt:lpstr>
      <vt:lpstr>Visualizing OEE</vt:lpstr>
      <vt:lpstr>PowerPoint Presentation</vt:lpstr>
      <vt:lpstr>PowerPoint Presentation</vt:lpstr>
      <vt:lpstr>PowerPoint Presentation</vt:lpstr>
      <vt:lpstr>O Hot Path: Real-time streaming for live gauges and safety alerts (ms latency).</vt:lpstr>
      <vt:lpstr>PowerPoint Presentation</vt:lpstr>
      <vt:lpstr>•</vt:lpstr>
      <vt:lpstr>-</vt:lpstr>
      <vt:lpstr>•</vt:lpstr>
      <vt:lpstr>Functional Visuals</vt:lpstr>
      <vt:lpstr>-</vt:lpstr>
      <vt:lpstr>•</vt:lpstr>
      <vt:lpstr>PowerPoint Presentation</vt:lpstr>
      <vt:lpstr>•</vt:lpstr>
      <vt:lpstr>PowerPoint Presentation</vt:lpstr>
      <vt:lpstr>PowerPoint Presentation</vt:lpstr>
      <vt:lpstr>PowerPoint Presentation</vt:lpstr>
      <vt:lpstr>•</vt:lpstr>
      <vt:lpstr>•</vt:lpstr>
      <vt:lpstr>-</vt:lpstr>
      <vt:lpstr>PowerPoint Presentation</vt:lpstr>
      <vt:lpstr>PowerPoint Presentation</vt:lpstr>
      <vt:lpstr>PowerPoint Presentation</vt:lpstr>
      <vt:lpstr>Triggering Action</vt:lpstr>
      <vt:lpstr>•</vt:lpstr>
      <vt:lpstr>Deterministic Wireless</vt:lpstr>
      <vt:lpstr>-</vt:lpstr>
      <vt:lpstr>-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Microsoft account</cp:lastModifiedBy>
  <cp:revision>2</cp:revision>
  <dcterms:created xsi:type="dcterms:W3CDTF">2026-06-10T05:30:06Z</dcterms:created>
  <dcterms:modified xsi:type="dcterms:W3CDTF">2026-06-11T11:41:30Z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2026-06-10T00:00:00Z</vt:filetime>
  </property>
  <property fmtid="{D5CDD505-2E9C-101B-9397-08002B2CF9AE}" pid="3" name="LastSaved">
    <vt:filetime>2026-06-10T00:00:00Z</vt:filetime>
  </property>
</Properties>
</file>